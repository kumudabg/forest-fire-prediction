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1.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74" r:id="rId13"/>
    <p:sldId id="267" r:id="rId14"/>
    <p:sldId id="268" r:id="rId15"/>
    <p:sldId id="269" r:id="rId16"/>
    <p:sldId id="270" r:id="rId17"/>
    <p:sldId id="271" r:id="rId18"/>
    <p:sldId id="272" r:id="rId19"/>
    <p:sldId id="273" r:id="rId20"/>
  </p:sldIdLst>
  <p:sldSz cx="9144000" cy="5143500" type="screen16x9"/>
  <p:notesSz cx="6858000" cy="9144000"/>
  <p:embeddedFontLst>
    <p:embeddedFont>
      <p:font typeface="Franklin Gothic Book" panose="020B0503020102020204" pitchFamily="34" charset="0"/>
      <p:regular r:id="rId22"/>
      <p:italic r:id="rId23"/>
    </p:embeddedFont>
    <p:embeddedFont>
      <p:font typeface="Lato" panose="020F0502020204030203" pitchFamily="34" charset="77"/>
      <p:regular r:id="rId24"/>
      <p:bold r:id="rId25"/>
      <p:italic r:id="rId26"/>
      <p:boldItalic r:id="rId27"/>
    </p:embeddedFont>
    <p:embeddedFont>
      <p:font typeface="Libre Franklin" pitchFamily="2" charset="77"/>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iCGtKLVhZ3hwRG2F892HudaP3TT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36B3322-F122-4F7F-AD47-A857A6750ECB}">
  <a:tblStyle styleId="{836B3322-F122-4F7F-AD47-A857A6750ECB}" styleName="Table_0">
    <a:wholeTbl>
      <a:tcTxStyle b="off" i="off">
        <a:font>
          <a:latin typeface="Franklin Gothic Book"/>
          <a:ea typeface="Franklin Gothic Book"/>
          <a:cs typeface="Franklin Gothic Book"/>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Franklin Gothic Book"/>
          <a:ea typeface="Franklin Gothic Book"/>
          <a:cs typeface="Franklin Gothic Book"/>
        </a:font>
        <a:schemeClr val="lt1"/>
      </a:tcTxStyle>
      <a:tcStyle>
        <a:tcBdr/>
        <a:fill>
          <a:solidFill>
            <a:schemeClr val="accent1"/>
          </a:solidFill>
        </a:fill>
      </a:tcStyle>
    </a:lastCol>
    <a:firstCol>
      <a:tcTxStyle b="on" i="off">
        <a:font>
          <a:latin typeface="Franklin Gothic Book"/>
          <a:ea typeface="Franklin Gothic Book"/>
          <a:cs typeface="Franklin Gothic Book"/>
        </a:font>
        <a:schemeClr val="lt1"/>
      </a:tcTxStyle>
      <a:tcStyle>
        <a:tcBdr/>
        <a:fill>
          <a:solidFill>
            <a:schemeClr val="accent1"/>
          </a:solidFill>
        </a:fill>
      </a:tcStyle>
    </a:firstCol>
    <a:lastRow>
      <a:tcTxStyle b="on" i="off">
        <a:font>
          <a:latin typeface="Franklin Gothic Book"/>
          <a:ea typeface="Franklin Gothic Book"/>
          <a:cs typeface="Franklin Gothic Book"/>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Franklin Gothic Book"/>
          <a:ea typeface="Franklin Gothic Book"/>
          <a:cs typeface="Franklin Gothic Book"/>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28"/>
    <p:restoredTop sz="88186"/>
  </p:normalViewPr>
  <p:slideViewPr>
    <p:cSldViewPr snapToGrid="0">
      <p:cViewPr>
        <p:scale>
          <a:sx n="176" d="100"/>
          <a:sy n="176" d="100"/>
        </p:scale>
        <p:origin x="632" y="134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763368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 name="Google Shape;19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 name="Google Shape;205;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chemeClr val="lt2"/>
        </a:solidFill>
        <a:effectLst/>
      </p:bgPr>
    </p:bg>
    <p:spTree>
      <p:nvGrpSpPr>
        <p:cNvPr id="1" name="Shape 12"/>
        <p:cNvGrpSpPr/>
        <p:nvPr/>
      </p:nvGrpSpPr>
      <p:grpSpPr>
        <a:xfrm>
          <a:off x="0" y="0"/>
          <a:ext cx="0" cy="0"/>
          <a:chOff x="0" y="0"/>
          <a:chExt cx="0" cy="0"/>
        </a:xfrm>
      </p:grpSpPr>
      <p:sp>
        <p:nvSpPr>
          <p:cNvPr id="13" name="Google Shape;13;p20"/>
          <p:cNvSpPr txBox="1">
            <a:spLocks noGrp="1"/>
          </p:cNvSpPr>
          <p:nvPr>
            <p:ph type="ctrTitle"/>
          </p:nvPr>
        </p:nvSpPr>
        <p:spPr>
          <a:xfrm>
            <a:off x="1436346" y="1341340"/>
            <a:ext cx="6270922" cy="1573670"/>
          </a:xfrm>
          <a:prstGeom prst="rect">
            <a:avLst/>
          </a:prstGeom>
          <a:noFill/>
          <a:ln>
            <a:noFill/>
          </a:ln>
        </p:spPr>
        <p:txBody>
          <a:bodyPr spcFirstLastPara="1" wrap="square" lIns="91425" tIns="45700" rIns="91425" bIns="45700" anchor="b" anchorCtr="0">
            <a:noAutofit/>
          </a:bodyPr>
          <a:lstStyle>
            <a:lvl1pPr lvl="0" algn="ctr">
              <a:lnSpc>
                <a:spcPct val="89000"/>
              </a:lnSpc>
              <a:spcBef>
                <a:spcPts val="0"/>
              </a:spcBef>
              <a:spcAft>
                <a:spcPts val="0"/>
              </a:spcAft>
              <a:buClr>
                <a:schemeClr val="dk2"/>
              </a:buClr>
              <a:buSzPts val="5400"/>
              <a:buFont typeface="Libre Franklin"/>
              <a:buNone/>
              <a:defRPr sz="5400" cap="none">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20"/>
          <p:cNvSpPr txBox="1">
            <a:spLocks noGrp="1"/>
          </p:cNvSpPr>
          <p:nvPr>
            <p:ph type="subTitle" idx="1"/>
          </p:nvPr>
        </p:nvSpPr>
        <p:spPr>
          <a:xfrm>
            <a:off x="2009930" y="2967210"/>
            <a:ext cx="5123755" cy="814678"/>
          </a:xfrm>
          <a:prstGeom prst="rect">
            <a:avLst/>
          </a:prstGeom>
          <a:noFill/>
          <a:ln>
            <a:noFill/>
          </a:ln>
        </p:spPr>
        <p:txBody>
          <a:bodyPr spcFirstLastPara="1" wrap="square" lIns="91425" tIns="45700" rIns="91425" bIns="45700" anchor="t" anchorCtr="0">
            <a:normAutofit/>
          </a:bodyPr>
          <a:lstStyle>
            <a:lvl1pPr lvl="0" algn="ctr">
              <a:lnSpc>
                <a:spcPct val="112000"/>
              </a:lnSpc>
              <a:spcBef>
                <a:spcPts val="0"/>
              </a:spcBef>
              <a:spcAft>
                <a:spcPts val="0"/>
              </a:spcAft>
              <a:buClr>
                <a:schemeClr val="dk2"/>
              </a:buClr>
              <a:buSzPts val="1725"/>
              <a:buNone/>
              <a:defRPr sz="1725"/>
            </a:lvl1pPr>
            <a:lvl2pPr lvl="1" algn="ctr">
              <a:lnSpc>
                <a:spcPct val="94000"/>
              </a:lnSpc>
              <a:spcBef>
                <a:spcPts val="375"/>
              </a:spcBef>
              <a:spcAft>
                <a:spcPts val="0"/>
              </a:spcAft>
              <a:buClr>
                <a:schemeClr val="dk2"/>
              </a:buClr>
              <a:buSzPts val="1500"/>
              <a:buNone/>
              <a:defRPr sz="1500"/>
            </a:lvl2pPr>
            <a:lvl3pPr lvl="2" algn="ctr">
              <a:lnSpc>
                <a:spcPct val="94000"/>
              </a:lnSpc>
              <a:spcBef>
                <a:spcPts val="375"/>
              </a:spcBef>
              <a:spcAft>
                <a:spcPts val="0"/>
              </a:spcAft>
              <a:buClr>
                <a:schemeClr val="dk2"/>
              </a:buClr>
              <a:buSzPts val="1350"/>
              <a:buNone/>
              <a:defRPr sz="1350"/>
            </a:lvl3pPr>
            <a:lvl4pPr lvl="3" algn="ctr">
              <a:lnSpc>
                <a:spcPct val="94000"/>
              </a:lnSpc>
              <a:spcBef>
                <a:spcPts val="375"/>
              </a:spcBef>
              <a:spcAft>
                <a:spcPts val="0"/>
              </a:spcAft>
              <a:buClr>
                <a:schemeClr val="dk2"/>
              </a:buClr>
              <a:buSzPts val="1200"/>
              <a:buNone/>
              <a:defRPr sz="1200"/>
            </a:lvl4pPr>
            <a:lvl5pPr lvl="4" algn="ctr">
              <a:lnSpc>
                <a:spcPct val="94000"/>
              </a:lnSpc>
              <a:spcBef>
                <a:spcPts val="375"/>
              </a:spcBef>
              <a:spcAft>
                <a:spcPts val="0"/>
              </a:spcAft>
              <a:buClr>
                <a:schemeClr val="dk2"/>
              </a:buClr>
              <a:buSzPts val="1200"/>
              <a:buNone/>
              <a:defRPr sz="1200"/>
            </a:lvl5pPr>
            <a:lvl6pPr lvl="5" algn="ctr">
              <a:lnSpc>
                <a:spcPct val="94000"/>
              </a:lnSpc>
              <a:spcBef>
                <a:spcPts val="375"/>
              </a:spcBef>
              <a:spcAft>
                <a:spcPts val="0"/>
              </a:spcAft>
              <a:buClr>
                <a:schemeClr val="dk2"/>
              </a:buClr>
              <a:buSzPts val="1200"/>
              <a:buNone/>
              <a:defRPr sz="1200"/>
            </a:lvl6pPr>
            <a:lvl7pPr lvl="6" algn="ctr">
              <a:lnSpc>
                <a:spcPct val="94000"/>
              </a:lnSpc>
              <a:spcBef>
                <a:spcPts val="375"/>
              </a:spcBef>
              <a:spcAft>
                <a:spcPts val="0"/>
              </a:spcAft>
              <a:buClr>
                <a:schemeClr val="dk2"/>
              </a:buClr>
              <a:buSzPts val="1200"/>
              <a:buNone/>
              <a:defRPr sz="1200"/>
            </a:lvl7pPr>
            <a:lvl8pPr lvl="7" algn="ctr">
              <a:lnSpc>
                <a:spcPct val="94000"/>
              </a:lnSpc>
              <a:spcBef>
                <a:spcPts val="375"/>
              </a:spcBef>
              <a:spcAft>
                <a:spcPts val="0"/>
              </a:spcAft>
              <a:buClr>
                <a:schemeClr val="dk2"/>
              </a:buClr>
              <a:buSzPts val="1200"/>
              <a:buNone/>
              <a:defRPr sz="1200"/>
            </a:lvl8pPr>
            <a:lvl9pPr lvl="8" algn="ctr">
              <a:lnSpc>
                <a:spcPct val="94000"/>
              </a:lnSpc>
              <a:spcBef>
                <a:spcPts val="375"/>
              </a:spcBef>
              <a:spcAft>
                <a:spcPts val="150"/>
              </a:spcAft>
              <a:buClr>
                <a:schemeClr val="dk2"/>
              </a:buClr>
              <a:buSzPts val="1200"/>
              <a:buNone/>
              <a:defRPr sz="1200"/>
            </a:lvl9pPr>
          </a:lstStyle>
          <a:p>
            <a:endParaRPr/>
          </a:p>
        </p:txBody>
      </p:sp>
      <p:sp>
        <p:nvSpPr>
          <p:cNvPr id="15" name="Google Shape;15;p20"/>
          <p:cNvSpPr txBox="1">
            <a:spLocks noGrp="1"/>
          </p:cNvSpPr>
          <p:nvPr>
            <p:ph type="dt" idx="10"/>
          </p:nvPr>
        </p:nvSpPr>
        <p:spPr>
          <a:xfrm>
            <a:off x="564644" y="4840039"/>
            <a:ext cx="1205958"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0"/>
          <p:cNvSpPr txBox="1">
            <a:spLocks noGrp="1"/>
          </p:cNvSpPr>
          <p:nvPr>
            <p:ph type="ftr" idx="11"/>
          </p:nvPr>
        </p:nvSpPr>
        <p:spPr>
          <a:xfrm>
            <a:off x="1938041" y="4840039"/>
            <a:ext cx="5267533" cy="30346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0"/>
          <p:cNvSpPr txBox="1">
            <a:spLocks noGrp="1"/>
          </p:cNvSpPr>
          <p:nvPr>
            <p:ph type="sldNum" idx="12"/>
          </p:nvPr>
        </p:nvSpPr>
        <p:spPr>
          <a:xfrm>
            <a:off x="7373012" y="4840039"/>
            <a:ext cx="1197219" cy="303461"/>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chemeClr val="dk2"/>
              </a:buClr>
              <a:buSzPts val="900"/>
              <a:buFont typeface="Libre Franklin"/>
              <a:buNone/>
              <a:defRPr sz="900" b="0" i="0" u="none" strike="noStrike" cap="none">
                <a:solidFill>
                  <a:schemeClr val="dk2"/>
                </a:solidFill>
                <a:latin typeface="Libre Franklin"/>
                <a:ea typeface="Libre Franklin"/>
                <a:cs typeface="Libre Franklin"/>
                <a:sym typeface="Libre Franklin"/>
              </a:defRPr>
            </a:lvl1pPr>
            <a:lvl2pPr marL="0" marR="0" lvl="1" indent="0" algn="r">
              <a:spcBef>
                <a:spcPts val="0"/>
              </a:spcBef>
              <a:spcAft>
                <a:spcPts val="0"/>
              </a:spcAft>
              <a:buClr>
                <a:schemeClr val="dk2"/>
              </a:buClr>
              <a:buSzPts val="900"/>
              <a:buFont typeface="Libre Franklin"/>
              <a:buNone/>
              <a:defRPr sz="900" b="0" i="0" u="none" strike="noStrike" cap="none">
                <a:solidFill>
                  <a:schemeClr val="dk2"/>
                </a:solidFill>
                <a:latin typeface="Libre Franklin"/>
                <a:ea typeface="Libre Franklin"/>
                <a:cs typeface="Libre Franklin"/>
                <a:sym typeface="Libre Franklin"/>
              </a:defRPr>
            </a:lvl2pPr>
            <a:lvl3pPr marL="0" marR="0" lvl="2" indent="0" algn="r">
              <a:spcBef>
                <a:spcPts val="0"/>
              </a:spcBef>
              <a:spcAft>
                <a:spcPts val="0"/>
              </a:spcAft>
              <a:buClr>
                <a:schemeClr val="dk2"/>
              </a:buClr>
              <a:buSzPts val="900"/>
              <a:buFont typeface="Libre Franklin"/>
              <a:buNone/>
              <a:defRPr sz="900" b="0" i="0" u="none" strike="noStrike" cap="none">
                <a:solidFill>
                  <a:schemeClr val="dk2"/>
                </a:solidFill>
                <a:latin typeface="Libre Franklin"/>
                <a:ea typeface="Libre Franklin"/>
                <a:cs typeface="Libre Franklin"/>
                <a:sym typeface="Libre Franklin"/>
              </a:defRPr>
            </a:lvl3pPr>
            <a:lvl4pPr marL="0" marR="0" lvl="3" indent="0" algn="r">
              <a:spcBef>
                <a:spcPts val="0"/>
              </a:spcBef>
              <a:spcAft>
                <a:spcPts val="0"/>
              </a:spcAft>
              <a:buClr>
                <a:schemeClr val="dk2"/>
              </a:buClr>
              <a:buSzPts val="900"/>
              <a:buFont typeface="Libre Franklin"/>
              <a:buNone/>
              <a:defRPr sz="900" b="0" i="0" u="none" strike="noStrike" cap="none">
                <a:solidFill>
                  <a:schemeClr val="dk2"/>
                </a:solidFill>
                <a:latin typeface="Libre Franklin"/>
                <a:ea typeface="Libre Franklin"/>
                <a:cs typeface="Libre Franklin"/>
                <a:sym typeface="Libre Franklin"/>
              </a:defRPr>
            </a:lvl4pPr>
            <a:lvl5pPr marL="0" marR="0" lvl="4" indent="0" algn="r">
              <a:spcBef>
                <a:spcPts val="0"/>
              </a:spcBef>
              <a:spcAft>
                <a:spcPts val="0"/>
              </a:spcAft>
              <a:buClr>
                <a:schemeClr val="dk2"/>
              </a:buClr>
              <a:buSzPts val="900"/>
              <a:buFont typeface="Libre Franklin"/>
              <a:buNone/>
              <a:defRPr sz="900" b="0" i="0" u="none" strike="noStrike" cap="none">
                <a:solidFill>
                  <a:schemeClr val="dk2"/>
                </a:solidFill>
                <a:latin typeface="Libre Franklin"/>
                <a:ea typeface="Libre Franklin"/>
                <a:cs typeface="Libre Franklin"/>
                <a:sym typeface="Libre Franklin"/>
              </a:defRPr>
            </a:lvl5pPr>
            <a:lvl6pPr marL="0" marR="0" lvl="5" indent="0" algn="r">
              <a:spcBef>
                <a:spcPts val="0"/>
              </a:spcBef>
              <a:spcAft>
                <a:spcPts val="0"/>
              </a:spcAft>
              <a:buClr>
                <a:schemeClr val="dk2"/>
              </a:buClr>
              <a:buSzPts val="900"/>
              <a:buFont typeface="Libre Franklin"/>
              <a:buNone/>
              <a:defRPr sz="900" b="0" i="0" u="none" strike="noStrike" cap="none">
                <a:solidFill>
                  <a:schemeClr val="dk2"/>
                </a:solidFill>
                <a:latin typeface="Libre Franklin"/>
                <a:ea typeface="Libre Franklin"/>
                <a:cs typeface="Libre Franklin"/>
                <a:sym typeface="Libre Franklin"/>
              </a:defRPr>
            </a:lvl6pPr>
            <a:lvl7pPr marL="0" marR="0" lvl="6" indent="0" algn="r">
              <a:spcBef>
                <a:spcPts val="0"/>
              </a:spcBef>
              <a:spcAft>
                <a:spcPts val="0"/>
              </a:spcAft>
              <a:buClr>
                <a:schemeClr val="dk2"/>
              </a:buClr>
              <a:buSzPts val="900"/>
              <a:buFont typeface="Libre Franklin"/>
              <a:buNone/>
              <a:defRPr sz="900" b="0" i="0" u="none" strike="noStrike" cap="none">
                <a:solidFill>
                  <a:schemeClr val="dk2"/>
                </a:solidFill>
                <a:latin typeface="Libre Franklin"/>
                <a:ea typeface="Libre Franklin"/>
                <a:cs typeface="Libre Franklin"/>
                <a:sym typeface="Libre Franklin"/>
              </a:defRPr>
            </a:lvl7pPr>
            <a:lvl8pPr marL="0" marR="0" lvl="7" indent="0" algn="r">
              <a:spcBef>
                <a:spcPts val="0"/>
              </a:spcBef>
              <a:spcAft>
                <a:spcPts val="0"/>
              </a:spcAft>
              <a:buClr>
                <a:schemeClr val="dk2"/>
              </a:buClr>
              <a:buSzPts val="900"/>
              <a:buFont typeface="Libre Franklin"/>
              <a:buNone/>
              <a:defRPr sz="900" b="0" i="0" u="none" strike="noStrike" cap="none">
                <a:solidFill>
                  <a:schemeClr val="dk2"/>
                </a:solidFill>
                <a:latin typeface="Libre Franklin"/>
                <a:ea typeface="Libre Franklin"/>
                <a:cs typeface="Libre Franklin"/>
                <a:sym typeface="Libre Franklin"/>
              </a:defRPr>
            </a:lvl8pPr>
            <a:lvl9pPr marL="0" marR="0" lvl="8" indent="0" algn="r">
              <a:spcBef>
                <a:spcPts val="0"/>
              </a:spcBef>
              <a:spcAft>
                <a:spcPts val="0"/>
              </a:spcAft>
              <a:buClr>
                <a:schemeClr val="dk2"/>
              </a:buClr>
              <a:buSzPts val="900"/>
              <a:buFont typeface="Libre Franklin"/>
              <a:buNone/>
              <a:defRPr sz="900" b="0" i="0" u="none" strike="noStrike" cap="none">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grpSp>
        <p:nvGrpSpPr>
          <p:cNvPr id="18" name="Google Shape;18;p20"/>
          <p:cNvGrpSpPr/>
          <p:nvPr/>
        </p:nvGrpSpPr>
        <p:grpSpPr>
          <a:xfrm>
            <a:off x="564644" y="558352"/>
            <a:ext cx="8005587" cy="4012253"/>
            <a:chOff x="752858" y="744469"/>
            <a:chExt cx="10674116" cy="5349671"/>
          </a:xfrm>
        </p:grpSpPr>
        <p:sp>
          <p:nvSpPr>
            <p:cNvPr id="19" name="Google Shape;19;p20"/>
            <p:cNvSpPr/>
            <p:nvPr/>
          </p:nvSpPr>
          <p:spPr>
            <a:xfrm>
              <a:off x="8151962" y="1685652"/>
              <a:ext cx="3275013" cy="4408488"/>
            </a:xfrm>
            <a:custGeom>
              <a:avLst/>
              <a:gdLst/>
              <a:ahLst/>
              <a:cxnLst/>
              <a:rect l="l" t="t" r="r" b="b"/>
              <a:pathLst>
                <a:path w="10000" h="10000" extrusionOk="0">
                  <a:moveTo>
                    <a:pt x="8761" y="0"/>
                  </a:moveTo>
                  <a:lnTo>
                    <a:pt x="10000" y="0"/>
                  </a:lnTo>
                  <a:lnTo>
                    <a:pt x="10000" y="10000"/>
                  </a:lnTo>
                  <a:lnTo>
                    <a:pt x="0" y="10000"/>
                  </a:lnTo>
                  <a:lnTo>
                    <a:pt x="0" y="9126"/>
                  </a:lnTo>
                  <a:lnTo>
                    <a:pt x="8761" y="9127"/>
                  </a:lnTo>
                  <a:lnTo>
                    <a:pt x="8761" y="0"/>
                  </a:lnTo>
                  <a:close/>
                </a:path>
              </a:pathLst>
            </a:custGeom>
            <a:solidFill>
              <a:schemeClr val="dk2"/>
            </a:solidFill>
            <a:ln>
              <a:noFill/>
            </a:ln>
          </p:spPr>
        </p:sp>
        <p:sp>
          <p:nvSpPr>
            <p:cNvPr id="20" name="Google Shape;20;p20"/>
            <p:cNvSpPr/>
            <p:nvPr/>
          </p:nvSpPr>
          <p:spPr>
            <a:xfrm rot="10800000">
              <a:off x="752858" y="744469"/>
              <a:ext cx="3275668" cy="4408488"/>
            </a:xfrm>
            <a:custGeom>
              <a:avLst/>
              <a:gdLst/>
              <a:ahLst/>
              <a:cxnLst/>
              <a:rect l="l" t="t" r="r" b="b"/>
              <a:pathLst>
                <a:path w="10002" h="10000" extrusionOk="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1028700" y="514350"/>
            <a:ext cx="7200900" cy="1114425"/>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1"/>
          <p:cNvSpPr txBox="1">
            <a:spLocks noGrp="1"/>
          </p:cNvSpPr>
          <p:nvPr>
            <p:ph type="dt" idx="10"/>
          </p:nvPr>
        </p:nvSpPr>
        <p:spPr>
          <a:xfrm>
            <a:off x="1042987" y="4840039"/>
            <a:ext cx="903429"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1"/>
          <p:cNvSpPr txBox="1">
            <a:spLocks noGrp="1"/>
          </p:cNvSpPr>
          <p:nvPr>
            <p:ph type="ftr" idx="11"/>
          </p:nvPr>
        </p:nvSpPr>
        <p:spPr>
          <a:xfrm>
            <a:off x="2170173" y="4840039"/>
            <a:ext cx="4710623"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1"/>
          <p:cNvSpPr txBox="1">
            <a:spLocks noGrp="1"/>
          </p:cNvSpPr>
          <p:nvPr>
            <p:ph type="sldNum" idx="12"/>
          </p:nvPr>
        </p:nvSpPr>
        <p:spPr>
          <a:xfrm>
            <a:off x="7104552" y="4840039"/>
            <a:ext cx="1197219" cy="303461"/>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2"/>
              </a:buClr>
              <a:buSzPts val="900"/>
              <a:buFont typeface="Libre Franklin"/>
              <a:buNone/>
              <a:defRPr/>
            </a:lvl1pPr>
            <a:lvl2pPr marL="0" lvl="1" indent="0" algn="r">
              <a:spcBef>
                <a:spcPts val="0"/>
              </a:spcBef>
              <a:spcAft>
                <a:spcPts val="0"/>
              </a:spcAft>
              <a:buClr>
                <a:schemeClr val="dk2"/>
              </a:buClr>
              <a:buSzPts val="900"/>
              <a:buFont typeface="Libre Franklin"/>
              <a:buNone/>
              <a:defRPr/>
            </a:lvl2pPr>
            <a:lvl3pPr marL="0" lvl="2" indent="0" algn="r">
              <a:spcBef>
                <a:spcPts val="0"/>
              </a:spcBef>
              <a:spcAft>
                <a:spcPts val="0"/>
              </a:spcAft>
              <a:buClr>
                <a:schemeClr val="dk2"/>
              </a:buClr>
              <a:buSzPts val="900"/>
              <a:buFont typeface="Libre Franklin"/>
              <a:buNone/>
              <a:defRPr/>
            </a:lvl3pPr>
            <a:lvl4pPr marL="0" lvl="3" indent="0" algn="r">
              <a:spcBef>
                <a:spcPts val="0"/>
              </a:spcBef>
              <a:spcAft>
                <a:spcPts val="0"/>
              </a:spcAft>
              <a:buClr>
                <a:schemeClr val="dk2"/>
              </a:buClr>
              <a:buSzPts val="900"/>
              <a:buFont typeface="Libre Franklin"/>
              <a:buNone/>
              <a:defRPr/>
            </a:lvl4pPr>
            <a:lvl5pPr marL="0" lvl="4" indent="0" algn="r">
              <a:spcBef>
                <a:spcPts val="0"/>
              </a:spcBef>
              <a:spcAft>
                <a:spcPts val="0"/>
              </a:spcAft>
              <a:buClr>
                <a:schemeClr val="dk2"/>
              </a:buClr>
              <a:buSzPts val="900"/>
              <a:buFont typeface="Libre Franklin"/>
              <a:buNone/>
              <a:defRPr/>
            </a:lvl5pPr>
            <a:lvl6pPr marL="0" lvl="5" indent="0" algn="r">
              <a:spcBef>
                <a:spcPts val="0"/>
              </a:spcBef>
              <a:spcAft>
                <a:spcPts val="0"/>
              </a:spcAft>
              <a:buClr>
                <a:schemeClr val="dk2"/>
              </a:buClr>
              <a:buSzPts val="900"/>
              <a:buFont typeface="Libre Franklin"/>
              <a:buNone/>
              <a:defRPr/>
            </a:lvl6pPr>
            <a:lvl7pPr marL="0" lvl="6" indent="0" algn="r">
              <a:spcBef>
                <a:spcPts val="0"/>
              </a:spcBef>
              <a:spcAft>
                <a:spcPts val="0"/>
              </a:spcAft>
              <a:buClr>
                <a:schemeClr val="dk2"/>
              </a:buClr>
              <a:buSzPts val="900"/>
              <a:buFont typeface="Libre Franklin"/>
              <a:buNone/>
              <a:defRPr/>
            </a:lvl7pPr>
            <a:lvl8pPr marL="0" lvl="7" indent="0" algn="r">
              <a:spcBef>
                <a:spcPts val="0"/>
              </a:spcBef>
              <a:spcAft>
                <a:spcPts val="0"/>
              </a:spcAft>
              <a:buClr>
                <a:schemeClr val="dk2"/>
              </a:buClr>
              <a:buSzPts val="900"/>
              <a:buFont typeface="Libre Franklin"/>
              <a:buNone/>
              <a:defRPr/>
            </a:lvl8pPr>
            <a:lvl9pPr marL="0" lvl="8" indent="0" algn="r">
              <a:spcBef>
                <a:spcPts val="0"/>
              </a:spcBef>
              <a:spcAft>
                <a:spcPts val="0"/>
              </a:spcAft>
              <a:buClr>
                <a:schemeClr val="dk2"/>
              </a:buClr>
              <a:buSzPts val="900"/>
              <a:buFont typeface="Libre Franklin"/>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22"/>
          <p:cNvSpPr txBox="1">
            <a:spLocks noGrp="1"/>
          </p:cNvSpPr>
          <p:nvPr>
            <p:ph type="title"/>
          </p:nvPr>
        </p:nvSpPr>
        <p:spPr>
          <a:xfrm>
            <a:off x="1028700" y="514350"/>
            <a:ext cx="7200900" cy="1114425"/>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22"/>
          <p:cNvSpPr txBox="1">
            <a:spLocks noGrp="1"/>
          </p:cNvSpPr>
          <p:nvPr>
            <p:ph type="body" idx="1"/>
          </p:nvPr>
        </p:nvSpPr>
        <p:spPr>
          <a:xfrm>
            <a:off x="1028700" y="1714500"/>
            <a:ext cx="7200900" cy="2686050"/>
          </a:xfrm>
          <a:prstGeom prst="rect">
            <a:avLst/>
          </a:prstGeom>
          <a:noFill/>
          <a:ln>
            <a:noFill/>
          </a:ln>
        </p:spPr>
        <p:txBody>
          <a:bodyPr spcFirstLastPara="1" wrap="square" lIns="91425" tIns="45700" rIns="91425" bIns="45700" anchor="t" anchorCtr="0">
            <a:normAutofit/>
          </a:bodyPr>
          <a:lstStyle>
            <a:lvl1pPr marL="457200" lvl="0" indent="-342900" algn="l">
              <a:lnSpc>
                <a:spcPct val="94000"/>
              </a:lnSpc>
              <a:spcBef>
                <a:spcPts val="750"/>
              </a:spcBef>
              <a:spcAft>
                <a:spcPts val="0"/>
              </a:spcAft>
              <a:buClr>
                <a:schemeClr val="dk2"/>
              </a:buClr>
              <a:buSzPts val="1800"/>
              <a:buChar char="■"/>
              <a:defRPr/>
            </a:lvl1pPr>
            <a:lvl2pPr marL="914400" lvl="1" indent="-342900" algn="l">
              <a:lnSpc>
                <a:spcPct val="94000"/>
              </a:lnSpc>
              <a:spcBef>
                <a:spcPts val="375"/>
              </a:spcBef>
              <a:spcAft>
                <a:spcPts val="0"/>
              </a:spcAft>
              <a:buClr>
                <a:schemeClr val="dk2"/>
              </a:buClr>
              <a:buSzPts val="1800"/>
              <a:buChar char="–"/>
              <a:defRPr/>
            </a:lvl2pPr>
            <a:lvl3pPr marL="1371600" lvl="2" indent="-342900" algn="l">
              <a:lnSpc>
                <a:spcPct val="94000"/>
              </a:lnSpc>
              <a:spcBef>
                <a:spcPts val="375"/>
              </a:spcBef>
              <a:spcAft>
                <a:spcPts val="0"/>
              </a:spcAft>
              <a:buClr>
                <a:schemeClr val="dk2"/>
              </a:buClr>
              <a:buSzPts val="1800"/>
              <a:buChar char="■"/>
              <a:defRPr/>
            </a:lvl3pPr>
            <a:lvl4pPr marL="1828800" lvl="3" indent="-342900" algn="l">
              <a:lnSpc>
                <a:spcPct val="94000"/>
              </a:lnSpc>
              <a:spcBef>
                <a:spcPts val="375"/>
              </a:spcBef>
              <a:spcAft>
                <a:spcPts val="0"/>
              </a:spcAft>
              <a:buClr>
                <a:schemeClr val="dk2"/>
              </a:buClr>
              <a:buSzPts val="1800"/>
              <a:buChar char="–"/>
              <a:defRPr/>
            </a:lvl4pPr>
            <a:lvl5pPr marL="2286000" lvl="4" indent="-342900" algn="l">
              <a:lnSpc>
                <a:spcPct val="94000"/>
              </a:lnSpc>
              <a:spcBef>
                <a:spcPts val="375"/>
              </a:spcBef>
              <a:spcAft>
                <a:spcPts val="0"/>
              </a:spcAft>
              <a:buClr>
                <a:schemeClr val="dk2"/>
              </a:buClr>
              <a:buSzPts val="1800"/>
              <a:buChar char="■"/>
              <a:defRPr/>
            </a:lvl5pPr>
            <a:lvl6pPr marL="2743200" lvl="5" indent="-342900" algn="l">
              <a:lnSpc>
                <a:spcPct val="94000"/>
              </a:lnSpc>
              <a:spcBef>
                <a:spcPts val="375"/>
              </a:spcBef>
              <a:spcAft>
                <a:spcPts val="0"/>
              </a:spcAft>
              <a:buClr>
                <a:schemeClr val="dk2"/>
              </a:buClr>
              <a:buSzPts val="1800"/>
              <a:buChar char="–"/>
              <a:defRPr/>
            </a:lvl6pPr>
            <a:lvl7pPr marL="3200400" lvl="6" indent="-342900" algn="l">
              <a:lnSpc>
                <a:spcPct val="94000"/>
              </a:lnSpc>
              <a:spcBef>
                <a:spcPts val="375"/>
              </a:spcBef>
              <a:spcAft>
                <a:spcPts val="0"/>
              </a:spcAft>
              <a:buClr>
                <a:schemeClr val="dk2"/>
              </a:buClr>
              <a:buSzPts val="1800"/>
              <a:buChar char="■"/>
              <a:defRPr/>
            </a:lvl7pPr>
            <a:lvl8pPr marL="3657600" lvl="7" indent="-342900" algn="l">
              <a:lnSpc>
                <a:spcPct val="94000"/>
              </a:lnSpc>
              <a:spcBef>
                <a:spcPts val="375"/>
              </a:spcBef>
              <a:spcAft>
                <a:spcPts val="0"/>
              </a:spcAft>
              <a:buClr>
                <a:schemeClr val="dk2"/>
              </a:buClr>
              <a:buSzPts val="1800"/>
              <a:buChar char="–"/>
              <a:defRPr/>
            </a:lvl8pPr>
            <a:lvl9pPr marL="4114800" lvl="8" indent="-342900" algn="l">
              <a:lnSpc>
                <a:spcPct val="94000"/>
              </a:lnSpc>
              <a:spcBef>
                <a:spcPts val="375"/>
              </a:spcBef>
              <a:spcAft>
                <a:spcPts val="150"/>
              </a:spcAft>
              <a:buClr>
                <a:schemeClr val="dk2"/>
              </a:buClr>
              <a:buSzPts val="1800"/>
              <a:buChar char="■"/>
              <a:defRPr/>
            </a:lvl9pPr>
          </a:lstStyle>
          <a:p>
            <a:endParaRPr/>
          </a:p>
        </p:txBody>
      </p:sp>
      <p:sp>
        <p:nvSpPr>
          <p:cNvPr id="29" name="Google Shape;29;p22"/>
          <p:cNvSpPr txBox="1">
            <a:spLocks noGrp="1"/>
          </p:cNvSpPr>
          <p:nvPr>
            <p:ph type="dt" idx="10"/>
          </p:nvPr>
        </p:nvSpPr>
        <p:spPr>
          <a:xfrm>
            <a:off x="1042987" y="4840039"/>
            <a:ext cx="903429"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2"/>
          <p:cNvSpPr txBox="1">
            <a:spLocks noGrp="1"/>
          </p:cNvSpPr>
          <p:nvPr>
            <p:ph type="ftr" idx="11"/>
          </p:nvPr>
        </p:nvSpPr>
        <p:spPr>
          <a:xfrm>
            <a:off x="2170173" y="4840039"/>
            <a:ext cx="4710623"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2"/>
          <p:cNvSpPr txBox="1">
            <a:spLocks noGrp="1"/>
          </p:cNvSpPr>
          <p:nvPr>
            <p:ph type="sldNum" idx="12"/>
          </p:nvPr>
        </p:nvSpPr>
        <p:spPr>
          <a:xfrm>
            <a:off x="7104552" y="4840039"/>
            <a:ext cx="1197219" cy="303461"/>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2"/>
              </a:buClr>
              <a:buSzPts val="900"/>
              <a:buFont typeface="Libre Franklin"/>
              <a:buNone/>
              <a:defRPr/>
            </a:lvl1pPr>
            <a:lvl2pPr marL="0" lvl="1" indent="0" algn="r">
              <a:spcBef>
                <a:spcPts val="0"/>
              </a:spcBef>
              <a:spcAft>
                <a:spcPts val="0"/>
              </a:spcAft>
              <a:buClr>
                <a:schemeClr val="dk2"/>
              </a:buClr>
              <a:buSzPts val="900"/>
              <a:buFont typeface="Libre Franklin"/>
              <a:buNone/>
              <a:defRPr/>
            </a:lvl2pPr>
            <a:lvl3pPr marL="0" lvl="2" indent="0" algn="r">
              <a:spcBef>
                <a:spcPts val="0"/>
              </a:spcBef>
              <a:spcAft>
                <a:spcPts val="0"/>
              </a:spcAft>
              <a:buClr>
                <a:schemeClr val="dk2"/>
              </a:buClr>
              <a:buSzPts val="900"/>
              <a:buFont typeface="Libre Franklin"/>
              <a:buNone/>
              <a:defRPr/>
            </a:lvl3pPr>
            <a:lvl4pPr marL="0" lvl="3" indent="0" algn="r">
              <a:spcBef>
                <a:spcPts val="0"/>
              </a:spcBef>
              <a:spcAft>
                <a:spcPts val="0"/>
              </a:spcAft>
              <a:buClr>
                <a:schemeClr val="dk2"/>
              </a:buClr>
              <a:buSzPts val="900"/>
              <a:buFont typeface="Libre Franklin"/>
              <a:buNone/>
              <a:defRPr/>
            </a:lvl4pPr>
            <a:lvl5pPr marL="0" lvl="4" indent="0" algn="r">
              <a:spcBef>
                <a:spcPts val="0"/>
              </a:spcBef>
              <a:spcAft>
                <a:spcPts val="0"/>
              </a:spcAft>
              <a:buClr>
                <a:schemeClr val="dk2"/>
              </a:buClr>
              <a:buSzPts val="900"/>
              <a:buFont typeface="Libre Franklin"/>
              <a:buNone/>
              <a:defRPr/>
            </a:lvl5pPr>
            <a:lvl6pPr marL="0" lvl="5" indent="0" algn="r">
              <a:spcBef>
                <a:spcPts val="0"/>
              </a:spcBef>
              <a:spcAft>
                <a:spcPts val="0"/>
              </a:spcAft>
              <a:buClr>
                <a:schemeClr val="dk2"/>
              </a:buClr>
              <a:buSzPts val="900"/>
              <a:buFont typeface="Libre Franklin"/>
              <a:buNone/>
              <a:defRPr/>
            </a:lvl6pPr>
            <a:lvl7pPr marL="0" lvl="6" indent="0" algn="r">
              <a:spcBef>
                <a:spcPts val="0"/>
              </a:spcBef>
              <a:spcAft>
                <a:spcPts val="0"/>
              </a:spcAft>
              <a:buClr>
                <a:schemeClr val="dk2"/>
              </a:buClr>
              <a:buSzPts val="900"/>
              <a:buFont typeface="Libre Franklin"/>
              <a:buNone/>
              <a:defRPr/>
            </a:lvl7pPr>
            <a:lvl8pPr marL="0" lvl="7" indent="0" algn="r">
              <a:spcBef>
                <a:spcPts val="0"/>
              </a:spcBef>
              <a:spcAft>
                <a:spcPts val="0"/>
              </a:spcAft>
              <a:buClr>
                <a:schemeClr val="dk2"/>
              </a:buClr>
              <a:buSzPts val="900"/>
              <a:buFont typeface="Libre Franklin"/>
              <a:buNone/>
              <a:defRPr/>
            </a:lvl8pPr>
            <a:lvl9pPr marL="0" lvl="8" indent="0" algn="r">
              <a:spcBef>
                <a:spcPts val="0"/>
              </a:spcBef>
              <a:spcAft>
                <a:spcPts val="0"/>
              </a:spcAft>
              <a:buClr>
                <a:schemeClr val="dk2"/>
              </a:buClr>
              <a:buSzPts val="900"/>
              <a:buFont typeface="Libre Franklin"/>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dk2"/>
        </a:solidFill>
        <a:effectLst/>
      </p:bgPr>
    </p:bg>
    <p:spTree>
      <p:nvGrpSpPr>
        <p:cNvPr id="1" name="Shape 32"/>
        <p:cNvGrpSpPr/>
        <p:nvPr/>
      </p:nvGrpSpPr>
      <p:grpSpPr>
        <a:xfrm>
          <a:off x="0" y="0"/>
          <a:ext cx="0" cy="0"/>
          <a:chOff x="0" y="0"/>
          <a:chExt cx="0" cy="0"/>
        </a:xfrm>
      </p:grpSpPr>
      <p:sp>
        <p:nvSpPr>
          <p:cNvPr id="33" name="Google Shape;33;p23"/>
          <p:cNvSpPr txBox="1">
            <a:spLocks noGrp="1"/>
          </p:cNvSpPr>
          <p:nvPr>
            <p:ph type="title"/>
          </p:nvPr>
        </p:nvSpPr>
        <p:spPr>
          <a:xfrm>
            <a:off x="573769" y="976020"/>
            <a:ext cx="7209728" cy="2139553"/>
          </a:xfrm>
          <a:prstGeom prst="rect">
            <a:avLst/>
          </a:prstGeom>
          <a:noFill/>
          <a:ln>
            <a:noFill/>
          </a:ln>
        </p:spPr>
        <p:txBody>
          <a:bodyPr spcFirstLastPara="1" wrap="square" lIns="91425" tIns="45700" rIns="91425" bIns="45700" anchor="b" anchorCtr="0">
            <a:normAutofit/>
          </a:bodyPr>
          <a:lstStyle>
            <a:lvl1pPr lvl="0" algn="r">
              <a:lnSpc>
                <a:spcPct val="89000"/>
              </a:lnSpc>
              <a:spcBef>
                <a:spcPts val="0"/>
              </a:spcBef>
              <a:spcAft>
                <a:spcPts val="0"/>
              </a:spcAft>
              <a:buClr>
                <a:schemeClr val="lt2"/>
              </a:buClr>
              <a:buSzPts val="5400"/>
              <a:buFont typeface="Libre Franklin"/>
              <a:buNone/>
              <a:defRPr sz="5400" cap="none">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23"/>
          <p:cNvSpPr txBox="1">
            <a:spLocks noGrp="1"/>
          </p:cNvSpPr>
          <p:nvPr>
            <p:ph type="body" idx="1"/>
          </p:nvPr>
        </p:nvSpPr>
        <p:spPr>
          <a:xfrm>
            <a:off x="573769" y="3162246"/>
            <a:ext cx="7209728" cy="857493"/>
          </a:xfrm>
          <a:prstGeom prst="rect">
            <a:avLst/>
          </a:prstGeom>
          <a:noFill/>
          <a:ln>
            <a:noFill/>
          </a:ln>
        </p:spPr>
        <p:txBody>
          <a:bodyPr spcFirstLastPara="1" wrap="square" lIns="91425" tIns="45700" rIns="91425" bIns="45700" anchor="t" anchorCtr="0">
            <a:normAutofit/>
          </a:bodyPr>
          <a:lstStyle>
            <a:lvl1pPr marL="457200" lvl="0" indent="-228600" algn="r">
              <a:lnSpc>
                <a:spcPct val="112000"/>
              </a:lnSpc>
              <a:spcBef>
                <a:spcPts val="0"/>
              </a:spcBef>
              <a:spcAft>
                <a:spcPts val="0"/>
              </a:spcAft>
              <a:buClr>
                <a:schemeClr val="lt2"/>
              </a:buClr>
              <a:buSzPts val="1800"/>
              <a:buNone/>
              <a:defRPr sz="1800">
                <a:solidFill>
                  <a:schemeClr val="lt2"/>
                </a:solidFill>
              </a:defRPr>
            </a:lvl1pPr>
            <a:lvl2pPr marL="914400" lvl="1" indent="-228600" algn="l">
              <a:lnSpc>
                <a:spcPct val="94000"/>
              </a:lnSpc>
              <a:spcBef>
                <a:spcPts val="375"/>
              </a:spcBef>
              <a:spcAft>
                <a:spcPts val="0"/>
              </a:spcAft>
              <a:buClr>
                <a:schemeClr val="lt1"/>
              </a:buClr>
              <a:buSzPts val="1500"/>
              <a:buNone/>
              <a:defRPr sz="1500">
                <a:solidFill>
                  <a:schemeClr val="lt1"/>
                </a:solidFill>
              </a:defRPr>
            </a:lvl2pPr>
            <a:lvl3pPr marL="1371600" lvl="2" indent="-228600" algn="l">
              <a:lnSpc>
                <a:spcPct val="94000"/>
              </a:lnSpc>
              <a:spcBef>
                <a:spcPts val="375"/>
              </a:spcBef>
              <a:spcAft>
                <a:spcPts val="0"/>
              </a:spcAft>
              <a:buClr>
                <a:schemeClr val="lt1"/>
              </a:buClr>
              <a:buSzPts val="1350"/>
              <a:buNone/>
              <a:defRPr sz="1350">
                <a:solidFill>
                  <a:schemeClr val="lt1"/>
                </a:solidFill>
              </a:defRPr>
            </a:lvl3pPr>
            <a:lvl4pPr marL="1828800" lvl="3" indent="-228600" algn="l">
              <a:lnSpc>
                <a:spcPct val="94000"/>
              </a:lnSpc>
              <a:spcBef>
                <a:spcPts val="375"/>
              </a:spcBef>
              <a:spcAft>
                <a:spcPts val="0"/>
              </a:spcAft>
              <a:buClr>
                <a:schemeClr val="lt1"/>
              </a:buClr>
              <a:buSzPts val="1200"/>
              <a:buNone/>
              <a:defRPr sz="1200">
                <a:solidFill>
                  <a:schemeClr val="lt1"/>
                </a:solidFill>
              </a:defRPr>
            </a:lvl4pPr>
            <a:lvl5pPr marL="2286000" lvl="4" indent="-228600" algn="l">
              <a:lnSpc>
                <a:spcPct val="94000"/>
              </a:lnSpc>
              <a:spcBef>
                <a:spcPts val="375"/>
              </a:spcBef>
              <a:spcAft>
                <a:spcPts val="0"/>
              </a:spcAft>
              <a:buClr>
                <a:schemeClr val="lt1"/>
              </a:buClr>
              <a:buSzPts val="1200"/>
              <a:buNone/>
              <a:defRPr sz="1200">
                <a:solidFill>
                  <a:schemeClr val="lt1"/>
                </a:solidFill>
              </a:defRPr>
            </a:lvl5pPr>
            <a:lvl6pPr marL="2743200" lvl="5" indent="-228600" algn="l">
              <a:lnSpc>
                <a:spcPct val="94000"/>
              </a:lnSpc>
              <a:spcBef>
                <a:spcPts val="375"/>
              </a:spcBef>
              <a:spcAft>
                <a:spcPts val="0"/>
              </a:spcAft>
              <a:buClr>
                <a:schemeClr val="lt1"/>
              </a:buClr>
              <a:buSzPts val="1200"/>
              <a:buNone/>
              <a:defRPr sz="1200">
                <a:solidFill>
                  <a:schemeClr val="lt1"/>
                </a:solidFill>
              </a:defRPr>
            </a:lvl6pPr>
            <a:lvl7pPr marL="3200400" lvl="6" indent="-228600" algn="l">
              <a:lnSpc>
                <a:spcPct val="94000"/>
              </a:lnSpc>
              <a:spcBef>
                <a:spcPts val="375"/>
              </a:spcBef>
              <a:spcAft>
                <a:spcPts val="0"/>
              </a:spcAft>
              <a:buClr>
                <a:schemeClr val="lt1"/>
              </a:buClr>
              <a:buSzPts val="1200"/>
              <a:buNone/>
              <a:defRPr sz="1200">
                <a:solidFill>
                  <a:schemeClr val="lt1"/>
                </a:solidFill>
              </a:defRPr>
            </a:lvl7pPr>
            <a:lvl8pPr marL="3657600" lvl="7" indent="-228600" algn="l">
              <a:lnSpc>
                <a:spcPct val="94000"/>
              </a:lnSpc>
              <a:spcBef>
                <a:spcPts val="375"/>
              </a:spcBef>
              <a:spcAft>
                <a:spcPts val="0"/>
              </a:spcAft>
              <a:buClr>
                <a:schemeClr val="lt1"/>
              </a:buClr>
              <a:buSzPts val="1200"/>
              <a:buNone/>
              <a:defRPr sz="1200">
                <a:solidFill>
                  <a:schemeClr val="lt1"/>
                </a:solidFill>
              </a:defRPr>
            </a:lvl8pPr>
            <a:lvl9pPr marL="4114800" lvl="8" indent="-228600" algn="l">
              <a:lnSpc>
                <a:spcPct val="94000"/>
              </a:lnSpc>
              <a:spcBef>
                <a:spcPts val="375"/>
              </a:spcBef>
              <a:spcAft>
                <a:spcPts val="150"/>
              </a:spcAft>
              <a:buClr>
                <a:schemeClr val="lt1"/>
              </a:buClr>
              <a:buSzPts val="1200"/>
              <a:buNone/>
              <a:defRPr sz="1200">
                <a:solidFill>
                  <a:schemeClr val="lt1"/>
                </a:solidFill>
              </a:defRPr>
            </a:lvl9pPr>
          </a:lstStyle>
          <a:p>
            <a:endParaRPr/>
          </a:p>
        </p:txBody>
      </p:sp>
      <p:sp>
        <p:nvSpPr>
          <p:cNvPr id="35" name="Google Shape;35;p23"/>
          <p:cNvSpPr txBox="1">
            <a:spLocks noGrp="1"/>
          </p:cNvSpPr>
          <p:nvPr>
            <p:ph type="dt" idx="10"/>
          </p:nvPr>
        </p:nvSpPr>
        <p:spPr>
          <a:xfrm>
            <a:off x="554181" y="4840039"/>
            <a:ext cx="1216807"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3"/>
          <p:cNvSpPr txBox="1">
            <a:spLocks noGrp="1"/>
          </p:cNvSpPr>
          <p:nvPr>
            <p:ph type="ftr" idx="11"/>
          </p:nvPr>
        </p:nvSpPr>
        <p:spPr>
          <a:xfrm>
            <a:off x="1938234" y="4840039"/>
            <a:ext cx="5267533" cy="30346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3"/>
          <p:cNvSpPr txBox="1">
            <a:spLocks noGrp="1"/>
          </p:cNvSpPr>
          <p:nvPr>
            <p:ph type="sldNum" idx="12"/>
          </p:nvPr>
        </p:nvSpPr>
        <p:spPr>
          <a:xfrm>
            <a:off x="7373012" y="4840039"/>
            <a:ext cx="1197219" cy="303461"/>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chemeClr val="lt2"/>
              </a:buClr>
              <a:buSzPts val="900"/>
              <a:buFont typeface="Libre Franklin"/>
              <a:buNone/>
              <a:defRPr sz="900">
                <a:solidFill>
                  <a:schemeClr val="lt2"/>
                </a:solidFill>
                <a:latin typeface="Libre Franklin"/>
                <a:ea typeface="Libre Franklin"/>
                <a:cs typeface="Libre Franklin"/>
                <a:sym typeface="Libre Franklin"/>
              </a:defRPr>
            </a:lvl1pPr>
            <a:lvl2pPr marL="0" marR="0" lvl="1" indent="0" algn="r">
              <a:spcBef>
                <a:spcPts val="0"/>
              </a:spcBef>
              <a:spcAft>
                <a:spcPts val="0"/>
              </a:spcAft>
              <a:buClr>
                <a:schemeClr val="lt2"/>
              </a:buClr>
              <a:buSzPts val="900"/>
              <a:buFont typeface="Libre Franklin"/>
              <a:buNone/>
              <a:defRPr sz="900">
                <a:solidFill>
                  <a:schemeClr val="lt2"/>
                </a:solidFill>
                <a:latin typeface="Libre Franklin"/>
                <a:ea typeface="Libre Franklin"/>
                <a:cs typeface="Libre Franklin"/>
                <a:sym typeface="Libre Franklin"/>
              </a:defRPr>
            </a:lvl2pPr>
            <a:lvl3pPr marL="0" marR="0" lvl="2" indent="0" algn="r">
              <a:spcBef>
                <a:spcPts val="0"/>
              </a:spcBef>
              <a:spcAft>
                <a:spcPts val="0"/>
              </a:spcAft>
              <a:buClr>
                <a:schemeClr val="lt2"/>
              </a:buClr>
              <a:buSzPts val="900"/>
              <a:buFont typeface="Libre Franklin"/>
              <a:buNone/>
              <a:defRPr sz="900">
                <a:solidFill>
                  <a:schemeClr val="lt2"/>
                </a:solidFill>
                <a:latin typeface="Libre Franklin"/>
                <a:ea typeface="Libre Franklin"/>
                <a:cs typeface="Libre Franklin"/>
                <a:sym typeface="Libre Franklin"/>
              </a:defRPr>
            </a:lvl3pPr>
            <a:lvl4pPr marL="0" marR="0" lvl="3" indent="0" algn="r">
              <a:spcBef>
                <a:spcPts val="0"/>
              </a:spcBef>
              <a:spcAft>
                <a:spcPts val="0"/>
              </a:spcAft>
              <a:buClr>
                <a:schemeClr val="lt2"/>
              </a:buClr>
              <a:buSzPts val="900"/>
              <a:buFont typeface="Libre Franklin"/>
              <a:buNone/>
              <a:defRPr sz="900">
                <a:solidFill>
                  <a:schemeClr val="lt2"/>
                </a:solidFill>
                <a:latin typeface="Libre Franklin"/>
                <a:ea typeface="Libre Franklin"/>
                <a:cs typeface="Libre Franklin"/>
                <a:sym typeface="Libre Franklin"/>
              </a:defRPr>
            </a:lvl4pPr>
            <a:lvl5pPr marL="0" marR="0" lvl="4" indent="0" algn="r">
              <a:spcBef>
                <a:spcPts val="0"/>
              </a:spcBef>
              <a:spcAft>
                <a:spcPts val="0"/>
              </a:spcAft>
              <a:buClr>
                <a:schemeClr val="lt2"/>
              </a:buClr>
              <a:buSzPts val="900"/>
              <a:buFont typeface="Libre Franklin"/>
              <a:buNone/>
              <a:defRPr sz="900">
                <a:solidFill>
                  <a:schemeClr val="lt2"/>
                </a:solidFill>
                <a:latin typeface="Libre Franklin"/>
                <a:ea typeface="Libre Franklin"/>
                <a:cs typeface="Libre Franklin"/>
                <a:sym typeface="Libre Franklin"/>
              </a:defRPr>
            </a:lvl5pPr>
            <a:lvl6pPr marL="0" marR="0" lvl="5" indent="0" algn="r">
              <a:spcBef>
                <a:spcPts val="0"/>
              </a:spcBef>
              <a:spcAft>
                <a:spcPts val="0"/>
              </a:spcAft>
              <a:buClr>
                <a:schemeClr val="lt2"/>
              </a:buClr>
              <a:buSzPts val="900"/>
              <a:buFont typeface="Libre Franklin"/>
              <a:buNone/>
              <a:defRPr sz="900">
                <a:solidFill>
                  <a:schemeClr val="lt2"/>
                </a:solidFill>
                <a:latin typeface="Libre Franklin"/>
                <a:ea typeface="Libre Franklin"/>
                <a:cs typeface="Libre Franklin"/>
                <a:sym typeface="Libre Franklin"/>
              </a:defRPr>
            </a:lvl6pPr>
            <a:lvl7pPr marL="0" marR="0" lvl="6" indent="0" algn="r">
              <a:spcBef>
                <a:spcPts val="0"/>
              </a:spcBef>
              <a:spcAft>
                <a:spcPts val="0"/>
              </a:spcAft>
              <a:buClr>
                <a:schemeClr val="lt2"/>
              </a:buClr>
              <a:buSzPts val="900"/>
              <a:buFont typeface="Libre Franklin"/>
              <a:buNone/>
              <a:defRPr sz="900">
                <a:solidFill>
                  <a:schemeClr val="lt2"/>
                </a:solidFill>
                <a:latin typeface="Libre Franklin"/>
                <a:ea typeface="Libre Franklin"/>
                <a:cs typeface="Libre Franklin"/>
                <a:sym typeface="Libre Franklin"/>
              </a:defRPr>
            </a:lvl7pPr>
            <a:lvl8pPr marL="0" marR="0" lvl="7" indent="0" algn="r">
              <a:spcBef>
                <a:spcPts val="0"/>
              </a:spcBef>
              <a:spcAft>
                <a:spcPts val="0"/>
              </a:spcAft>
              <a:buClr>
                <a:schemeClr val="lt2"/>
              </a:buClr>
              <a:buSzPts val="900"/>
              <a:buFont typeface="Libre Franklin"/>
              <a:buNone/>
              <a:defRPr sz="900">
                <a:solidFill>
                  <a:schemeClr val="lt2"/>
                </a:solidFill>
                <a:latin typeface="Libre Franklin"/>
                <a:ea typeface="Libre Franklin"/>
                <a:cs typeface="Libre Franklin"/>
                <a:sym typeface="Libre Franklin"/>
              </a:defRPr>
            </a:lvl8pPr>
            <a:lvl9pPr marL="0" marR="0" lvl="8" indent="0" algn="r">
              <a:spcBef>
                <a:spcPts val="0"/>
              </a:spcBef>
              <a:spcAft>
                <a:spcPts val="0"/>
              </a:spcAft>
              <a:buClr>
                <a:schemeClr val="lt2"/>
              </a:buClr>
              <a:buSzPts val="900"/>
              <a:buFont typeface="Libre Franklin"/>
              <a:buNone/>
              <a:defRPr sz="900">
                <a:solidFill>
                  <a:schemeClr val="lt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38" name="Google Shape;38;p23" title="Crop Mark"/>
          <p:cNvSpPr/>
          <p:nvPr/>
        </p:nvSpPr>
        <p:spPr>
          <a:xfrm>
            <a:off x="6113972" y="1264239"/>
            <a:ext cx="2456260" cy="3306366"/>
          </a:xfrm>
          <a:custGeom>
            <a:avLst/>
            <a:gdLst/>
            <a:ahLst/>
            <a:cxnLst/>
            <a:rect l="l" t="t" r="r" b="b"/>
            <a:pathLst>
              <a:path w="4125" h="5554" extrusionOk="0">
                <a:moveTo>
                  <a:pt x="3614" y="0"/>
                </a:moveTo>
                <a:lnTo>
                  <a:pt x="4125" y="0"/>
                </a:lnTo>
                <a:lnTo>
                  <a:pt x="4125" y="5554"/>
                </a:lnTo>
                <a:lnTo>
                  <a:pt x="0" y="5554"/>
                </a:lnTo>
                <a:lnTo>
                  <a:pt x="0" y="5074"/>
                </a:lnTo>
                <a:lnTo>
                  <a:pt x="3614" y="5074"/>
                </a:lnTo>
                <a:lnTo>
                  <a:pt x="3614" y="0"/>
                </a:lnTo>
                <a:close/>
              </a:path>
            </a:pathLst>
          </a:custGeom>
          <a:solidFill>
            <a:schemeClr val="lt2"/>
          </a:solid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24"/>
          <p:cNvSpPr txBox="1">
            <a:spLocks noGrp="1"/>
          </p:cNvSpPr>
          <p:nvPr>
            <p:ph type="title"/>
          </p:nvPr>
        </p:nvSpPr>
        <p:spPr>
          <a:xfrm>
            <a:off x="1028700" y="514350"/>
            <a:ext cx="7200900" cy="1114425"/>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3300"/>
              <a:buFont typeface="Libre Franklin"/>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24"/>
          <p:cNvSpPr txBox="1">
            <a:spLocks noGrp="1"/>
          </p:cNvSpPr>
          <p:nvPr>
            <p:ph type="body" idx="1"/>
          </p:nvPr>
        </p:nvSpPr>
        <p:spPr>
          <a:xfrm>
            <a:off x="1028700" y="1714500"/>
            <a:ext cx="3335840" cy="2686051"/>
          </a:xfrm>
          <a:prstGeom prst="rect">
            <a:avLst/>
          </a:prstGeom>
          <a:noFill/>
          <a:ln>
            <a:noFill/>
          </a:ln>
        </p:spPr>
        <p:txBody>
          <a:bodyPr spcFirstLastPara="1" wrap="square" lIns="91425" tIns="45700" rIns="91425" bIns="45700" anchor="t" anchorCtr="0">
            <a:normAutofit/>
          </a:bodyPr>
          <a:lstStyle>
            <a:lvl1pPr marL="457200" lvl="0" indent="-323850" algn="l">
              <a:lnSpc>
                <a:spcPct val="94000"/>
              </a:lnSpc>
              <a:spcBef>
                <a:spcPts val="750"/>
              </a:spcBef>
              <a:spcAft>
                <a:spcPts val="0"/>
              </a:spcAft>
              <a:buClr>
                <a:schemeClr val="dk2"/>
              </a:buClr>
              <a:buSzPts val="1500"/>
              <a:buChar char="■"/>
              <a:defRPr>
                <a:solidFill>
                  <a:schemeClr val="dk2"/>
                </a:solidFill>
              </a:defRPr>
            </a:lvl1pPr>
            <a:lvl2pPr marL="914400" lvl="1" indent="-323850" algn="l">
              <a:lnSpc>
                <a:spcPct val="94000"/>
              </a:lnSpc>
              <a:spcBef>
                <a:spcPts val="375"/>
              </a:spcBef>
              <a:spcAft>
                <a:spcPts val="0"/>
              </a:spcAft>
              <a:buClr>
                <a:schemeClr val="dk2"/>
              </a:buClr>
              <a:buSzPts val="1500"/>
              <a:buChar char="–"/>
              <a:defRPr>
                <a:solidFill>
                  <a:schemeClr val="dk2"/>
                </a:solidFill>
              </a:defRPr>
            </a:lvl2pPr>
            <a:lvl3pPr marL="1371600" lvl="2" indent="-314325" algn="l">
              <a:lnSpc>
                <a:spcPct val="94000"/>
              </a:lnSpc>
              <a:spcBef>
                <a:spcPts val="375"/>
              </a:spcBef>
              <a:spcAft>
                <a:spcPts val="0"/>
              </a:spcAft>
              <a:buClr>
                <a:schemeClr val="dk2"/>
              </a:buClr>
              <a:buSzPts val="1350"/>
              <a:buChar char="■"/>
              <a:defRPr>
                <a:solidFill>
                  <a:schemeClr val="dk2"/>
                </a:solidFill>
              </a:defRPr>
            </a:lvl3pPr>
            <a:lvl4pPr marL="1828800" lvl="3" indent="-314325" algn="l">
              <a:lnSpc>
                <a:spcPct val="94000"/>
              </a:lnSpc>
              <a:spcBef>
                <a:spcPts val="375"/>
              </a:spcBef>
              <a:spcAft>
                <a:spcPts val="0"/>
              </a:spcAft>
              <a:buClr>
                <a:schemeClr val="dk2"/>
              </a:buClr>
              <a:buSzPts val="1350"/>
              <a:buChar char="–"/>
              <a:defRPr>
                <a:solidFill>
                  <a:schemeClr val="dk2"/>
                </a:solidFill>
              </a:defRPr>
            </a:lvl4pPr>
            <a:lvl5pPr marL="2286000" lvl="4" indent="-304800" algn="l">
              <a:lnSpc>
                <a:spcPct val="94000"/>
              </a:lnSpc>
              <a:spcBef>
                <a:spcPts val="375"/>
              </a:spcBef>
              <a:spcAft>
                <a:spcPts val="0"/>
              </a:spcAft>
              <a:buClr>
                <a:schemeClr val="dk2"/>
              </a:buClr>
              <a:buSzPts val="1200"/>
              <a:buChar char="■"/>
              <a:defRPr>
                <a:solidFill>
                  <a:schemeClr val="dk2"/>
                </a:solidFill>
              </a:defRPr>
            </a:lvl5pPr>
            <a:lvl6pPr marL="2743200" lvl="5" indent="-342900" algn="l">
              <a:lnSpc>
                <a:spcPct val="94000"/>
              </a:lnSpc>
              <a:spcBef>
                <a:spcPts val="375"/>
              </a:spcBef>
              <a:spcAft>
                <a:spcPts val="0"/>
              </a:spcAft>
              <a:buClr>
                <a:schemeClr val="dk2"/>
              </a:buClr>
              <a:buSzPts val="1800"/>
              <a:buChar char="–"/>
              <a:defRPr/>
            </a:lvl6pPr>
            <a:lvl7pPr marL="3200400" lvl="6" indent="-342900" algn="l">
              <a:lnSpc>
                <a:spcPct val="94000"/>
              </a:lnSpc>
              <a:spcBef>
                <a:spcPts val="375"/>
              </a:spcBef>
              <a:spcAft>
                <a:spcPts val="0"/>
              </a:spcAft>
              <a:buClr>
                <a:schemeClr val="dk2"/>
              </a:buClr>
              <a:buSzPts val="1800"/>
              <a:buChar char="■"/>
              <a:defRPr/>
            </a:lvl7pPr>
            <a:lvl8pPr marL="3657600" lvl="7" indent="-342900" algn="l">
              <a:lnSpc>
                <a:spcPct val="94000"/>
              </a:lnSpc>
              <a:spcBef>
                <a:spcPts val="375"/>
              </a:spcBef>
              <a:spcAft>
                <a:spcPts val="0"/>
              </a:spcAft>
              <a:buClr>
                <a:schemeClr val="dk2"/>
              </a:buClr>
              <a:buSzPts val="1800"/>
              <a:buChar char="–"/>
              <a:defRPr/>
            </a:lvl8pPr>
            <a:lvl9pPr marL="4114800" lvl="8" indent="-342900" algn="l">
              <a:lnSpc>
                <a:spcPct val="94000"/>
              </a:lnSpc>
              <a:spcBef>
                <a:spcPts val="375"/>
              </a:spcBef>
              <a:spcAft>
                <a:spcPts val="150"/>
              </a:spcAft>
              <a:buClr>
                <a:schemeClr val="dk2"/>
              </a:buClr>
              <a:buSzPts val="1800"/>
              <a:buChar char="■"/>
              <a:defRPr/>
            </a:lvl9pPr>
          </a:lstStyle>
          <a:p>
            <a:endParaRPr/>
          </a:p>
        </p:txBody>
      </p:sp>
      <p:sp>
        <p:nvSpPr>
          <p:cNvPr id="42" name="Google Shape;42;p24"/>
          <p:cNvSpPr txBox="1">
            <a:spLocks noGrp="1"/>
          </p:cNvSpPr>
          <p:nvPr>
            <p:ph type="body" idx="2"/>
          </p:nvPr>
        </p:nvSpPr>
        <p:spPr>
          <a:xfrm>
            <a:off x="4894052" y="1714500"/>
            <a:ext cx="3335840" cy="2686051"/>
          </a:xfrm>
          <a:prstGeom prst="rect">
            <a:avLst/>
          </a:prstGeom>
          <a:noFill/>
          <a:ln>
            <a:noFill/>
          </a:ln>
        </p:spPr>
        <p:txBody>
          <a:bodyPr spcFirstLastPara="1" wrap="square" lIns="91425" tIns="45700" rIns="91425" bIns="45700" anchor="t" anchorCtr="0">
            <a:normAutofit/>
          </a:bodyPr>
          <a:lstStyle>
            <a:lvl1pPr marL="457200" lvl="0" indent="-323850" algn="l">
              <a:lnSpc>
                <a:spcPct val="94000"/>
              </a:lnSpc>
              <a:spcBef>
                <a:spcPts val="750"/>
              </a:spcBef>
              <a:spcAft>
                <a:spcPts val="0"/>
              </a:spcAft>
              <a:buClr>
                <a:schemeClr val="dk2"/>
              </a:buClr>
              <a:buSzPts val="1500"/>
              <a:buChar char="■"/>
              <a:defRPr>
                <a:solidFill>
                  <a:schemeClr val="dk2"/>
                </a:solidFill>
              </a:defRPr>
            </a:lvl1pPr>
            <a:lvl2pPr marL="914400" lvl="1" indent="-323850" algn="l">
              <a:lnSpc>
                <a:spcPct val="94000"/>
              </a:lnSpc>
              <a:spcBef>
                <a:spcPts val="375"/>
              </a:spcBef>
              <a:spcAft>
                <a:spcPts val="0"/>
              </a:spcAft>
              <a:buClr>
                <a:schemeClr val="dk2"/>
              </a:buClr>
              <a:buSzPts val="1500"/>
              <a:buChar char="–"/>
              <a:defRPr>
                <a:solidFill>
                  <a:schemeClr val="dk2"/>
                </a:solidFill>
              </a:defRPr>
            </a:lvl2pPr>
            <a:lvl3pPr marL="1371600" lvl="2" indent="-314325" algn="l">
              <a:lnSpc>
                <a:spcPct val="94000"/>
              </a:lnSpc>
              <a:spcBef>
                <a:spcPts val="375"/>
              </a:spcBef>
              <a:spcAft>
                <a:spcPts val="0"/>
              </a:spcAft>
              <a:buClr>
                <a:schemeClr val="dk2"/>
              </a:buClr>
              <a:buSzPts val="1350"/>
              <a:buChar char="■"/>
              <a:defRPr>
                <a:solidFill>
                  <a:schemeClr val="dk2"/>
                </a:solidFill>
              </a:defRPr>
            </a:lvl3pPr>
            <a:lvl4pPr marL="1828800" lvl="3" indent="-314325" algn="l">
              <a:lnSpc>
                <a:spcPct val="94000"/>
              </a:lnSpc>
              <a:spcBef>
                <a:spcPts val="375"/>
              </a:spcBef>
              <a:spcAft>
                <a:spcPts val="0"/>
              </a:spcAft>
              <a:buClr>
                <a:schemeClr val="dk2"/>
              </a:buClr>
              <a:buSzPts val="1350"/>
              <a:buChar char="–"/>
              <a:defRPr>
                <a:solidFill>
                  <a:schemeClr val="dk2"/>
                </a:solidFill>
              </a:defRPr>
            </a:lvl4pPr>
            <a:lvl5pPr marL="2286000" lvl="4" indent="-304800" algn="l">
              <a:lnSpc>
                <a:spcPct val="94000"/>
              </a:lnSpc>
              <a:spcBef>
                <a:spcPts val="375"/>
              </a:spcBef>
              <a:spcAft>
                <a:spcPts val="0"/>
              </a:spcAft>
              <a:buClr>
                <a:schemeClr val="dk2"/>
              </a:buClr>
              <a:buSzPts val="1200"/>
              <a:buChar char="■"/>
              <a:defRPr>
                <a:solidFill>
                  <a:schemeClr val="dk2"/>
                </a:solidFill>
              </a:defRPr>
            </a:lvl5pPr>
            <a:lvl6pPr marL="2743200" lvl="5" indent="-342900" algn="l">
              <a:lnSpc>
                <a:spcPct val="94000"/>
              </a:lnSpc>
              <a:spcBef>
                <a:spcPts val="375"/>
              </a:spcBef>
              <a:spcAft>
                <a:spcPts val="0"/>
              </a:spcAft>
              <a:buClr>
                <a:schemeClr val="dk2"/>
              </a:buClr>
              <a:buSzPts val="1800"/>
              <a:buChar char="–"/>
              <a:defRPr/>
            </a:lvl6pPr>
            <a:lvl7pPr marL="3200400" lvl="6" indent="-342900" algn="l">
              <a:lnSpc>
                <a:spcPct val="94000"/>
              </a:lnSpc>
              <a:spcBef>
                <a:spcPts val="375"/>
              </a:spcBef>
              <a:spcAft>
                <a:spcPts val="0"/>
              </a:spcAft>
              <a:buClr>
                <a:schemeClr val="dk2"/>
              </a:buClr>
              <a:buSzPts val="1800"/>
              <a:buChar char="■"/>
              <a:defRPr/>
            </a:lvl7pPr>
            <a:lvl8pPr marL="3657600" lvl="7" indent="-342900" algn="l">
              <a:lnSpc>
                <a:spcPct val="94000"/>
              </a:lnSpc>
              <a:spcBef>
                <a:spcPts val="375"/>
              </a:spcBef>
              <a:spcAft>
                <a:spcPts val="0"/>
              </a:spcAft>
              <a:buClr>
                <a:schemeClr val="dk2"/>
              </a:buClr>
              <a:buSzPts val="1800"/>
              <a:buChar char="–"/>
              <a:defRPr/>
            </a:lvl8pPr>
            <a:lvl9pPr marL="4114800" lvl="8" indent="-342900" algn="l">
              <a:lnSpc>
                <a:spcPct val="94000"/>
              </a:lnSpc>
              <a:spcBef>
                <a:spcPts val="375"/>
              </a:spcBef>
              <a:spcAft>
                <a:spcPts val="150"/>
              </a:spcAft>
              <a:buClr>
                <a:schemeClr val="dk2"/>
              </a:buClr>
              <a:buSzPts val="1800"/>
              <a:buChar char="■"/>
              <a:defRPr/>
            </a:lvl9pPr>
          </a:lstStyle>
          <a:p>
            <a:endParaRPr/>
          </a:p>
        </p:txBody>
      </p:sp>
      <p:sp>
        <p:nvSpPr>
          <p:cNvPr id="43" name="Google Shape;43;p24"/>
          <p:cNvSpPr txBox="1">
            <a:spLocks noGrp="1"/>
          </p:cNvSpPr>
          <p:nvPr>
            <p:ph type="dt" idx="10"/>
          </p:nvPr>
        </p:nvSpPr>
        <p:spPr>
          <a:xfrm>
            <a:off x="1042987" y="4840039"/>
            <a:ext cx="903429"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4"/>
          <p:cNvSpPr txBox="1">
            <a:spLocks noGrp="1"/>
          </p:cNvSpPr>
          <p:nvPr>
            <p:ph type="ftr" idx="11"/>
          </p:nvPr>
        </p:nvSpPr>
        <p:spPr>
          <a:xfrm>
            <a:off x="2170173" y="4840039"/>
            <a:ext cx="4710623"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24"/>
          <p:cNvSpPr txBox="1">
            <a:spLocks noGrp="1"/>
          </p:cNvSpPr>
          <p:nvPr>
            <p:ph type="sldNum" idx="12"/>
          </p:nvPr>
        </p:nvSpPr>
        <p:spPr>
          <a:xfrm>
            <a:off x="7104552" y="4840039"/>
            <a:ext cx="1197219" cy="303461"/>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2"/>
              </a:buClr>
              <a:buSzPts val="900"/>
              <a:buFont typeface="Libre Franklin"/>
              <a:buNone/>
              <a:defRPr/>
            </a:lvl1pPr>
            <a:lvl2pPr marL="0" lvl="1" indent="0" algn="r">
              <a:spcBef>
                <a:spcPts val="0"/>
              </a:spcBef>
              <a:spcAft>
                <a:spcPts val="0"/>
              </a:spcAft>
              <a:buClr>
                <a:schemeClr val="dk2"/>
              </a:buClr>
              <a:buSzPts val="900"/>
              <a:buFont typeface="Libre Franklin"/>
              <a:buNone/>
              <a:defRPr/>
            </a:lvl2pPr>
            <a:lvl3pPr marL="0" lvl="2" indent="0" algn="r">
              <a:spcBef>
                <a:spcPts val="0"/>
              </a:spcBef>
              <a:spcAft>
                <a:spcPts val="0"/>
              </a:spcAft>
              <a:buClr>
                <a:schemeClr val="dk2"/>
              </a:buClr>
              <a:buSzPts val="900"/>
              <a:buFont typeface="Libre Franklin"/>
              <a:buNone/>
              <a:defRPr/>
            </a:lvl3pPr>
            <a:lvl4pPr marL="0" lvl="3" indent="0" algn="r">
              <a:spcBef>
                <a:spcPts val="0"/>
              </a:spcBef>
              <a:spcAft>
                <a:spcPts val="0"/>
              </a:spcAft>
              <a:buClr>
                <a:schemeClr val="dk2"/>
              </a:buClr>
              <a:buSzPts val="900"/>
              <a:buFont typeface="Libre Franklin"/>
              <a:buNone/>
              <a:defRPr/>
            </a:lvl4pPr>
            <a:lvl5pPr marL="0" lvl="4" indent="0" algn="r">
              <a:spcBef>
                <a:spcPts val="0"/>
              </a:spcBef>
              <a:spcAft>
                <a:spcPts val="0"/>
              </a:spcAft>
              <a:buClr>
                <a:schemeClr val="dk2"/>
              </a:buClr>
              <a:buSzPts val="900"/>
              <a:buFont typeface="Libre Franklin"/>
              <a:buNone/>
              <a:defRPr/>
            </a:lvl5pPr>
            <a:lvl6pPr marL="0" lvl="5" indent="0" algn="r">
              <a:spcBef>
                <a:spcPts val="0"/>
              </a:spcBef>
              <a:spcAft>
                <a:spcPts val="0"/>
              </a:spcAft>
              <a:buClr>
                <a:schemeClr val="dk2"/>
              </a:buClr>
              <a:buSzPts val="900"/>
              <a:buFont typeface="Libre Franklin"/>
              <a:buNone/>
              <a:defRPr/>
            </a:lvl6pPr>
            <a:lvl7pPr marL="0" lvl="6" indent="0" algn="r">
              <a:spcBef>
                <a:spcPts val="0"/>
              </a:spcBef>
              <a:spcAft>
                <a:spcPts val="0"/>
              </a:spcAft>
              <a:buClr>
                <a:schemeClr val="dk2"/>
              </a:buClr>
              <a:buSzPts val="900"/>
              <a:buFont typeface="Libre Franklin"/>
              <a:buNone/>
              <a:defRPr/>
            </a:lvl7pPr>
            <a:lvl8pPr marL="0" lvl="7" indent="0" algn="r">
              <a:spcBef>
                <a:spcPts val="0"/>
              </a:spcBef>
              <a:spcAft>
                <a:spcPts val="0"/>
              </a:spcAft>
              <a:buClr>
                <a:schemeClr val="dk2"/>
              </a:buClr>
              <a:buSzPts val="900"/>
              <a:buFont typeface="Libre Franklin"/>
              <a:buNone/>
              <a:defRPr/>
            </a:lvl8pPr>
            <a:lvl9pPr marL="0" lvl="8" indent="0" algn="r">
              <a:spcBef>
                <a:spcPts val="0"/>
              </a:spcBef>
              <a:spcAft>
                <a:spcPts val="0"/>
              </a:spcAft>
              <a:buClr>
                <a:schemeClr val="dk2"/>
              </a:buClr>
              <a:buSzPts val="900"/>
              <a:buFont typeface="Libre Franklin"/>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25"/>
          <p:cNvSpPr txBox="1">
            <a:spLocks noGrp="1"/>
          </p:cNvSpPr>
          <p:nvPr>
            <p:ph type="title"/>
          </p:nvPr>
        </p:nvSpPr>
        <p:spPr>
          <a:xfrm>
            <a:off x="1028700" y="514350"/>
            <a:ext cx="7200900" cy="1114425"/>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3300"/>
              <a:buFont typeface="Libre Franklin"/>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25"/>
          <p:cNvSpPr txBox="1">
            <a:spLocks noGrp="1"/>
          </p:cNvSpPr>
          <p:nvPr>
            <p:ph type="body" idx="1"/>
          </p:nvPr>
        </p:nvSpPr>
        <p:spPr>
          <a:xfrm>
            <a:off x="1028700" y="1755648"/>
            <a:ext cx="3332988" cy="617934"/>
          </a:xfrm>
          <a:prstGeom prst="rect">
            <a:avLst/>
          </a:prstGeom>
          <a:noFill/>
          <a:ln>
            <a:noFill/>
          </a:ln>
        </p:spPr>
        <p:txBody>
          <a:bodyPr spcFirstLastPara="1" wrap="square" lIns="91425" tIns="45700" rIns="91425" bIns="45700" anchor="b" anchorCtr="0">
            <a:noAutofit/>
          </a:bodyPr>
          <a:lstStyle>
            <a:lvl1pPr marL="457200" lvl="0" indent="-228600" algn="l">
              <a:lnSpc>
                <a:spcPct val="84000"/>
              </a:lnSpc>
              <a:spcBef>
                <a:spcPts val="0"/>
              </a:spcBef>
              <a:spcAft>
                <a:spcPts val="0"/>
              </a:spcAft>
              <a:buClr>
                <a:schemeClr val="dk2"/>
              </a:buClr>
              <a:buSzPts val="2250"/>
              <a:buNone/>
              <a:defRPr sz="2250" b="0">
                <a:solidFill>
                  <a:schemeClr val="dk2"/>
                </a:solidFill>
              </a:defRPr>
            </a:lvl1pPr>
            <a:lvl2pPr marL="914400" lvl="1" indent="-228600" algn="l">
              <a:lnSpc>
                <a:spcPct val="94000"/>
              </a:lnSpc>
              <a:spcBef>
                <a:spcPts val="375"/>
              </a:spcBef>
              <a:spcAft>
                <a:spcPts val="0"/>
              </a:spcAft>
              <a:buClr>
                <a:schemeClr val="dk2"/>
              </a:buClr>
              <a:buSzPts val="1500"/>
              <a:buNone/>
              <a:defRPr sz="1500" b="1"/>
            </a:lvl2pPr>
            <a:lvl3pPr marL="1371600" lvl="2" indent="-228600" algn="l">
              <a:lnSpc>
                <a:spcPct val="94000"/>
              </a:lnSpc>
              <a:spcBef>
                <a:spcPts val="375"/>
              </a:spcBef>
              <a:spcAft>
                <a:spcPts val="0"/>
              </a:spcAft>
              <a:buClr>
                <a:schemeClr val="dk2"/>
              </a:buClr>
              <a:buSzPts val="1350"/>
              <a:buNone/>
              <a:defRPr sz="1350" b="1"/>
            </a:lvl3pPr>
            <a:lvl4pPr marL="1828800" lvl="3" indent="-228600" algn="l">
              <a:lnSpc>
                <a:spcPct val="94000"/>
              </a:lnSpc>
              <a:spcBef>
                <a:spcPts val="375"/>
              </a:spcBef>
              <a:spcAft>
                <a:spcPts val="0"/>
              </a:spcAft>
              <a:buClr>
                <a:schemeClr val="dk2"/>
              </a:buClr>
              <a:buSzPts val="1200"/>
              <a:buNone/>
              <a:defRPr sz="1200" b="1"/>
            </a:lvl4pPr>
            <a:lvl5pPr marL="2286000" lvl="4" indent="-228600" algn="l">
              <a:lnSpc>
                <a:spcPct val="94000"/>
              </a:lnSpc>
              <a:spcBef>
                <a:spcPts val="375"/>
              </a:spcBef>
              <a:spcAft>
                <a:spcPts val="0"/>
              </a:spcAft>
              <a:buClr>
                <a:schemeClr val="dk2"/>
              </a:buClr>
              <a:buSzPts val="1200"/>
              <a:buNone/>
              <a:defRPr sz="1200" b="1"/>
            </a:lvl5pPr>
            <a:lvl6pPr marL="2743200" lvl="5" indent="-228600" algn="l">
              <a:lnSpc>
                <a:spcPct val="94000"/>
              </a:lnSpc>
              <a:spcBef>
                <a:spcPts val="375"/>
              </a:spcBef>
              <a:spcAft>
                <a:spcPts val="0"/>
              </a:spcAft>
              <a:buClr>
                <a:schemeClr val="dk2"/>
              </a:buClr>
              <a:buSzPts val="1200"/>
              <a:buNone/>
              <a:defRPr sz="1200" b="1"/>
            </a:lvl6pPr>
            <a:lvl7pPr marL="3200400" lvl="6" indent="-228600" algn="l">
              <a:lnSpc>
                <a:spcPct val="94000"/>
              </a:lnSpc>
              <a:spcBef>
                <a:spcPts val="375"/>
              </a:spcBef>
              <a:spcAft>
                <a:spcPts val="0"/>
              </a:spcAft>
              <a:buClr>
                <a:schemeClr val="dk2"/>
              </a:buClr>
              <a:buSzPts val="1200"/>
              <a:buNone/>
              <a:defRPr sz="1200" b="1"/>
            </a:lvl7pPr>
            <a:lvl8pPr marL="3657600" lvl="7" indent="-228600" algn="l">
              <a:lnSpc>
                <a:spcPct val="94000"/>
              </a:lnSpc>
              <a:spcBef>
                <a:spcPts val="375"/>
              </a:spcBef>
              <a:spcAft>
                <a:spcPts val="0"/>
              </a:spcAft>
              <a:buClr>
                <a:schemeClr val="dk2"/>
              </a:buClr>
              <a:buSzPts val="1200"/>
              <a:buNone/>
              <a:defRPr sz="1200" b="1"/>
            </a:lvl8pPr>
            <a:lvl9pPr marL="4114800" lvl="8" indent="-228600" algn="l">
              <a:lnSpc>
                <a:spcPct val="94000"/>
              </a:lnSpc>
              <a:spcBef>
                <a:spcPts val="375"/>
              </a:spcBef>
              <a:spcAft>
                <a:spcPts val="150"/>
              </a:spcAft>
              <a:buClr>
                <a:schemeClr val="dk2"/>
              </a:buClr>
              <a:buSzPts val="1200"/>
              <a:buNone/>
              <a:defRPr sz="1200" b="1"/>
            </a:lvl9pPr>
          </a:lstStyle>
          <a:p>
            <a:endParaRPr/>
          </a:p>
        </p:txBody>
      </p:sp>
      <p:sp>
        <p:nvSpPr>
          <p:cNvPr id="49" name="Google Shape;49;p25"/>
          <p:cNvSpPr txBox="1">
            <a:spLocks noGrp="1"/>
          </p:cNvSpPr>
          <p:nvPr>
            <p:ph type="body" idx="2"/>
          </p:nvPr>
        </p:nvSpPr>
        <p:spPr>
          <a:xfrm>
            <a:off x="1028700" y="2478906"/>
            <a:ext cx="3332988" cy="1921645"/>
          </a:xfrm>
          <a:prstGeom prst="rect">
            <a:avLst/>
          </a:prstGeom>
          <a:noFill/>
          <a:ln>
            <a:noFill/>
          </a:ln>
        </p:spPr>
        <p:txBody>
          <a:bodyPr spcFirstLastPara="1" wrap="square" lIns="91425" tIns="45700" rIns="91425" bIns="45700" anchor="t" anchorCtr="0">
            <a:normAutofit/>
          </a:bodyPr>
          <a:lstStyle>
            <a:lvl1pPr marL="457200" lvl="0" indent="-323850" algn="l">
              <a:lnSpc>
                <a:spcPct val="94000"/>
              </a:lnSpc>
              <a:spcBef>
                <a:spcPts val="750"/>
              </a:spcBef>
              <a:spcAft>
                <a:spcPts val="0"/>
              </a:spcAft>
              <a:buClr>
                <a:schemeClr val="dk2"/>
              </a:buClr>
              <a:buSzPts val="1500"/>
              <a:buChar char="■"/>
              <a:defRPr>
                <a:solidFill>
                  <a:schemeClr val="dk2"/>
                </a:solidFill>
              </a:defRPr>
            </a:lvl1pPr>
            <a:lvl2pPr marL="914400" lvl="1" indent="-323850" algn="l">
              <a:lnSpc>
                <a:spcPct val="94000"/>
              </a:lnSpc>
              <a:spcBef>
                <a:spcPts val="375"/>
              </a:spcBef>
              <a:spcAft>
                <a:spcPts val="0"/>
              </a:spcAft>
              <a:buClr>
                <a:schemeClr val="dk2"/>
              </a:buClr>
              <a:buSzPts val="1500"/>
              <a:buChar char="–"/>
              <a:defRPr>
                <a:solidFill>
                  <a:schemeClr val="dk2"/>
                </a:solidFill>
              </a:defRPr>
            </a:lvl2pPr>
            <a:lvl3pPr marL="1371600" lvl="2" indent="-314325" algn="l">
              <a:lnSpc>
                <a:spcPct val="94000"/>
              </a:lnSpc>
              <a:spcBef>
                <a:spcPts val="375"/>
              </a:spcBef>
              <a:spcAft>
                <a:spcPts val="0"/>
              </a:spcAft>
              <a:buClr>
                <a:schemeClr val="dk2"/>
              </a:buClr>
              <a:buSzPts val="1350"/>
              <a:buChar char="■"/>
              <a:defRPr>
                <a:solidFill>
                  <a:schemeClr val="dk2"/>
                </a:solidFill>
              </a:defRPr>
            </a:lvl3pPr>
            <a:lvl4pPr marL="1828800" lvl="3" indent="-314325" algn="l">
              <a:lnSpc>
                <a:spcPct val="94000"/>
              </a:lnSpc>
              <a:spcBef>
                <a:spcPts val="375"/>
              </a:spcBef>
              <a:spcAft>
                <a:spcPts val="0"/>
              </a:spcAft>
              <a:buClr>
                <a:schemeClr val="dk2"/>
              </a:buClr>
              <a:buSzPts val="1350"/>
              <a:buChar char="–"/>
              <a:defRPr>
                <a:solidFill>
                  <a:schemeClr val="dk2"/>
                </a:solidFill>
              </a:defRPr>
            </a:lvl4pPr>
            <a:lvl5pPr marL="2286000" lvl="4" indent="-304800" algn="l">
              <a:lnSpc>
                <a:spcPct val="94000"/>
              </a:lnSpc>
              <a:spcBef>
                <a:spcPts val="375"/>
              </a:spcBef>
              <a:spcAft>
                <a:spcPts val="0"/>
              </a:spcAft>
              <a:buClr>
                <a:schemeClr val="dk2"/>
              </a:buClr>
              <a:buSzPts val="1200"/>
              <a:buChar char="■"/>
              <a:defRPr>
                <a:solidFill>
                  <a:schemeClr val="dk2"/>
                </a:solidFill>
              </a:defRPr>
            </a:lvl5pPr>
            <a:lvl6pPr marL="2743200" lvl="5" indent="-342900" algn="l">
              <a:lnSpc>
                <a:spcPct val="94000"/>
              </a:lnSpc>
              <a:spcBef>
                <a:spcPts val="375"/>
              </a:spcBef>
              <a:spcAft>
                <a:spcPts val="0"/>
              </a:spcAft>
              <a:buClr>
                <a:schemeClr val="dk2"/>
              </a:buClr>
              <a:buSzPts val="1800"/>
              <a:buChar char="–"/>
              <a:defRPr/>
            </a:lvl6pPr>
            <a:lvl7pPr marL="3200400" lvl="6" indent="-342900" algn="l">
              <a:lnSpc>
                <a:spcPct val="94000"/>
              </a:lnSpc>
              <a:spcBef>
                <a:spcPts val="375"/>
              </a:spcBef>
              <a:spcAft>
                <a:spcPts val="0"/>
              </a:spcAft>
              <a:buClr>
                <a:schemeClr val="dk2"/>
              </a:buClr>
              <a:buSzPts val="1800"/>
              <a:buChar char="■"/>
              <a:defRPr/>
            </a:lvl7pPr>
            <a:lvl8pPr marL="3657600" lvl="7" indent="-342900" algn="l">
              <a:lnSpc>
                <a:spcPct val="94000"/>
              </a:lnSpc>
              <a:spcBef>
                <a:spcPts val="375"/>
              </a:spcBef>
              <a:spcAft>
                <a:spcPts val="0"/>
              </a:spcAft>
              <a:buClr>
                <a:schemeClr val="dk2"/>
              </a:buClr>
              <a:buSzPts val="1800"/>
              <a:buChar char="–"/>
              <a:defRPr/>
            </a:lvl8pPr>
            <a:lvl9pPr marL="4114800" lvl="8" indent="-342900" algn="l">
              <a:lnSpc>
                <a:spcPct val="94000"/>
              </a:lnSpc>
              <a:spcBef>
                <a:spcPts val="375"/>
              </a:spcBef>
              <a:spcAft>
                <a:spcPts val="150"/>
              </a:spcAft>
              <a:buClr>
                <a:schemeClr val="dk2"/>
              </a:buClr>
              <a:buSzPts val="1800"/>
              <a:buChar char="■"/>
              <a:defRPr/>
            </a:lvl9pPr>
          </a:lstStyle>
          <a:p>
            <a:endParaRPr/>
          </a:p>
        </p:txBody>
      </p:sp>
      <p:sp>
        <p:nvSpPr>
          <p:cNvPr id="50" name="Google Shape;50;p25"/>
          <p:cNvSpPr txBox="1">
            <a:spLocks noGrp="1"/>
          </p:cNvSpPr>
          <p:nvPr>
            <p:ph type="body" idx="3"/>
          </p:nvPr>
        </p:nvSpPr>
        <p:spPr>
          <a:xfrm>
            <a:off x="4893761" y="1755648"/>
            <a:ext cx="3332988" cy="617934"/>
          </a:xfrm>
          <a:prstGeom prst="rect">
            <a:avLst/>
          </a:prstGeom>
          <a:noFill/>
          <a:ln>
            <a:noFill/>
          </a:ln>
        </p:spPr>
        <p:txBody>
          <a:bodyPr spcFirstLastPara="1" wrap="square" lIns="91425" tIns="45700" rIns="91425" bIns="45700" anchor="b" anchorCtr="0">
            <a:noAutofit/>
          </a:bodyPr>
          <a:lstStyle>
            <a:lvl1pPr marL="457200" lvl="0" indent="-228600" algn="l">
              <a:lnSpc>
                <a:spcPct val="84000"/>
              </a:lnSpc>
              <a:spcBef>
                <a:spcPts val="0"/>
              </a:spcBef>
              <a:spcAft>
                <a:spcPts val="0"/>
              </a:spcAft>
              <a:buClr>
                <a:schemeClr val="dk2"/>
              </a:buClr>
              <a:buSzPts val="2250"/>
              <a:buNone/>
              <a:defRPr sz="2250" b="0">
                <a:solidFill>
                  <a:schemeClr val="dk2"/>
                </a:solidFill>
              </a:defRPr>
            </a:lvl1pPr>
            <a:lvl2pPr marL="914400" lvl="1" indent="-228600" algn="l">
              <a:lnSpc>
                <a:spcPct val="94000"/>
              </a:lnSpc>
              <a:spcBef>
                <a:spcPts val="375"/>
              </a:spcBef>
              <a:spcAft>
                <a:spcPts val="0"/>
              </a:spcAft>
              <a:buClr>
                <a:schemeClr val="dk2"/>
              </a:buClr>
              <a:buSzPts val="1500"/>
              <a:buNone/>
              <a:defRPr sz="1500" b="1"/>
            </a:lvl2pPr>
            <a:lvl3pPr marL="1371600" lvl="2" indent="-228600" algn="l">
              <a:lnSpc>
                <a:spcPct val="94000"/>
              </a:lnSpc>
              <a:spcBef>
                <a:spcPts val="375"/>
              </a:spcBef>
              <a:spcAft>
                <a:spcPts val="0"/>
              </a:spcAft>
              <a:buClr>
                <a:schemeClr val="dk2"/>
              </a:buClr>
              <a:buSzPts val="1350"/>
              <a:buNone/>
              <a:defRPr sz="1350" b="1"/>
            </a:lvl3pPr>
            <a:lvl4pPr marL="1828800" lvl="3" indent="-228600" algn="l">
              <a:lnSpc>
                <a:spcPct val="94000"/>
              </a:lnSpc>
              <a:spcBef>
                <a:spcPts val="375"/>
              </a:spcBef>
              <a:spcAft>
                <a:spcPts val="0"/>
              </a:spcAft>
              <a:buClr>
                <a:schemeClr val="dk2"/>
              </a:buClr>
              <a:buSzPts val="1200"/>
              <a:buNone/>
              <a:defRPr sz="1200" b="1"/>
            </a:lvl4pPr>
            <a:lvl5pPr marL="2286000" lvl="4" indent="-228600" algn="l">
              <a:lnSpc>
                <a:spcPct val="94000"/>
              </a:lnSpc>
              <a:spcBef>
                <a:spcPts val="375"/>
              </a:spcBef>
              <a:spcAft>
                <a:spcPts val="0"/>
              </a:spcAft>
              <a:buClr>
                <a:schemeClr val="dk2"/>
              </a:buClr>
              <a:buSzPts val="1200"/>
              <a:buNone/>
              <a:defRPr sz="1200" b="1"/>
            </a:lvl5pPr>
            <a:lvl6pPr marL="2743200" lvl="5" indent="-228600" algn="l">
              <a:lnSpc>
                <a:spcPct val="94000"/>
              </a:lnSpc>
              <a:spcBef>
                <a:spcPts val="375"/>
              </a:spcBef>
              <a:spcAft>
                <a:spcPts val="0"/>
              </a:spcAft>
              <a:buClr>
                <a:schemeClr val="dk2"/>
              </a:buClr>
              <a:buSzPts val="1200"/>
              <a:buNone/>
              <a:defRPr sz="1200" b="1"/>
            </a:lvl6pPr>
            <a:lvl7pPr marL="3200400" lvl="6" indent="-228600" algn="l">
              <a:lnSpc>
                <a:spcPct val="94000"/>
              </a:lnSpc>
              <a:spcBef>
                <a:spcPts val="375"/>
              </a:spcBef>
              <a:spcAft>
                <a:spcPts val="0"/>
              </a:spcAft>
              <a:buClr>
                <a:schemeClr val="dk2"/>
              </a:buClr>
              <a:buSzPts val="1200"/>
              <a:buNone/>
              <a:defRPr sz="1200" b="1"/>
            </a:lvl7pPr>
            <a:lvl8pPr marL="3657600" lvl="7" indent="-228600" algn="l">
              <a:lnSpc>
                <a:spcPct val="94000"/>
              </a:lnSpc>
              <a:spcBef>
                <a:spcPts val="375"/>
              </a:spcBef>
              <a:spcAft>
                <a:spcPts val="0"/>
              </a:spcAft>
              <a:buClr>
                <a:schemeClr val="dk2"/>
              </a:buClr>
              <a:buSzPts val="1200"/>
              <a:buNone/>
              <a:defRPr sz="1200" b="1"/>
            </a:lvl8pPr>
            <a:lvl9pPr marL="4114800" lvl="8" indent="-228600" algn="l">
              <a:lnSpc>
                <a:spcPct val="94000"/>
              </a:lnSpc>
              <a:spcBef>
                <a:spcPts val="375"/>
              </a:spcBef>
              <a:spcAft>
                <a:spcPts val="150"/>
              </a:spcAft>
              <a:buClr>
                <a:schemeClr val="dk2"/>
              </a:buClr>
              <a:buSzPts val="1200"/>
              <a:buNone/>
              <a:defRPr sz="1200" b="1"/>
            </a:lvl9pPr>
          </a:lstStyle>
          <a:p>
            <a:endParaRPr/>
          </a:p>
        </p:txBody>
      </p:sp>
      <p:sp>
        <p:nvSpPr>
          <p:cNvPr id="51" name="Google Shape;51;p25"/>
          <p:cNvSpPr txBox="1">
            <a:spLocks noGrp="1"/>
          </p:cNvSpPr>
          <p:nvPr>
            <p:ph type="body" idx="4"/>
          </p:nvPr>
        </p:nvSpPr>
        <p:spPr>
          <a:xfrm>
            <a:off x="4893761" y="2478906"/>
            <a:ext cx="3332988" cy="1921645"/>
          </a:xfrm>
          <a:prstGeom prst="rect">
            <a:avLst/>
          </a:prstGeom>
          <a:noFill/>
          <a:ln>
            <a:noFill/>
          </a:ln>
        </p:spPr>
        <p:txBody>
          <a:bodyPr spcFirstLastPara="1" wrap="square" lIns="91425" tIns="45700" rIns="91425" bIns="45700" anchor="t" anchorCtr="0">
            <a:normAutofit/>
          </a:bodyPr>
          <a:lstStyle>
            <a:lvl1pPr marL="457200" lvl="0" indent="-323850" algn="l">
              <a:lnSpc>
                <a:spcPct val="94000"/>
              </a:lnSpc>
              <a:spcBef>
                <a:spcPts val="750"/>
              </a:spcBef>
              <a:spcAft>
                <a:spcPts val="0"/>
              </a:spcAft>
              <a:buClr>
                <a:schemeClr val="dk2"/>
              </a:buClr>
              <a:buSzPts val="1500"/>
              <a:buChar char="■"/>
              <a:defRPr>
                <a:solidFill>
                  <a:schemeClr val="dk2"/>
                </a:solidFill>
              </a:defRPr>
            </a:lvl1pPr>
            <a:lvl2pPr marL="914400" lvl="1" indent="-323850" algn="l">
              <a:lnSpc>
                <a:spcPct val="94000"/>
              </a:lnSpc>
              <a:spcBef>
                <a:spcPts val="375"/>
              </a:spcBef>
              <a:spcAft>
                <a:spcPts val="0"/>
              </a:spcAft>
              <a:buClr>
                <a:schemeClr val="dk2"/>
              </a:buClr>
              <a:buSzPts val="1500"/>
              <a:buChar char="–"/>
              <a:defRPr>
                <a:solidFill>
                  <a:schemeClr val="dk2"/>
                </a:solidFill>
              </a:defRPr>
            </a:lvl2pPr>
            <a:lvl3pPr marL="1371600" lvl="2" indent="-314325" algn="l">
              <a:lnSpc>
                <a:spcPct val="94000"/>
              </a:lnSpc>
              <a:spcBef>
                <a:spcPts val="375"/>
              </a:spcBef>
              <a:spcAft>
                <a:spcPts val="0"/>
              </a:spcAft>
              <a:buClr>
                <a:schemeClr val="dk2"/>
              </a:buClr>
              <a:buSzPts val="1350"/>
              <a:buChar char="■"/>
              <a:defRPr>
                <a:solidFill>
                  <a:schemeClr val="dk2"/>
                </a:solidFill>
              </a:defRPr>
            </a:lvl3pPr>
            <a:lvl4pPr marL="1828800" lvl="3" indent="-314325" algn="l">
              <a:lnSpc>
                <a:spcPct val="94000"/>
              </a:lnSpc>
              <a:spcBef>
                <a:spcPts val="375"/>
              </a:spcBef>
              <a:spcAft>
                <a:spcPts val="0"/>
              </a:spcAft>
              <a:buClr>
                <a:schemeClr val="dk2"/>
              </a:buClr>
              <a:buSzPts val="1350"/>
              <a:buChar char="–"/>
              <a:defRPr>
                <a:solidFill>
                  <a:schemeClr val="dk2"/>
                </a:solidFill>
              </a:defRPr>
            </a:lvl4pPr>
            <a:lvl5pPr marL="2286000" lvl="4" indent="-304800" algn="l">
              <a:lnSpc>
                <a:spcPct val="94000"/>
              </a:lnSpc>
              <a:spcBef>
                <a:spcPts val="375"/>
              </a:spcBef>
              <a:spcAft>
                <a:spcPts val="0"/>
              </a:spcAft>
              <a:buClr>
                <a:schemeClr val="dk2"/>
              </a:buClr>
              <a:buSzPts val="1200"/>
              <a:buChar char="■"/>
              <a:defRPr>
                <a:solidFill>
                  <a:schemeClr val="dk2"/>
                </a:solidFill>
              </a:defRPr>
            </a:lvl5pPr>
            <a:lvl6pPr marL="2743200" lvl="5" indent="-342900" algn="l">
              <a:lnSpc>
                <a:spcPct val="94000"/>
              </a:lnSpc>
              <a:spcBef>
                <a:spcPts val="375"/>
              </a:spcBef>
              <a:spcAft>
                <a:spcPts val="0"/>
              </a:spcAft>
              <a:buClr>
                <a:schemeClr val="dk2"/>
              </a:buClr>
              <a:buSzPts val="1800"/>
              <a:buChar char="–"/>
              <a:defRPr/>
            </a:lvl6pPr>
            <a:lvl7pPr marL="3200400" lvl="6" indent="-342900" algn="l">
              <a:lnSpc>
                <a:spcPct val="94000"/>
              </a:lnSpc>
              <a:spcBef>
                <a:spcPts val="375"/>
              </a:spcBef>
              <a:spcAft>
                <a:spcPts val="0"/>
              </a:spcAft>
              <a:buClr>
                <a:schemeClr val="dk2"/>
              </a:buClr>
              <a:buSzPts val="1800"/>
              <a:buChar char="■"/>
              <a:defRPr/>
            </a:lvl7pPr>
            <a:lvl8pPr marL="3657600" lvl="7" indent="-342900" algn="l">
              <a:lnSpc>
                <a:spcPct val="94000"/>
              </a:lnSpc>
              <a:spcBef>
                <a:spcPts val="375"/>
              </a:spcBef>
              <a:spcAft>
                <a:spcPts val="0"/>
              </a:spcAft>
              <a:buClr>
                <a:schemeClr val="dk2"/>
              </a:buClr>
              <a:buSzPts val="1800"/>
              <a:buChar char="–"/>
              <a:defRPr/>
            </a:lvl8pPr>
            <a:lvl9pPr marL="4114800" lvl="8" indent="-342900" algn="l">
              <a:lnSpc>
                <a:spcPct val="94000"/>
              </a:lnSpc>
              <a:spcBef>
                <a:spcPts val="375"/>
              </a:spcBef>
              <a:spcAft>
                <a:spcPts val="150"/>
              </a:spcAft>
              <a:buClr>
                <a:schemeClr val="dk2"/>
              </a:buClr>
              <a:buSzPts val="1800"/>
              <a:buChar char="■"/>
              <a:defRPr/>
            </a:lvl9pPr>
          </a:lstStyle>
          <a:p>
            <a:endParaRPr/>
          </a:p>
        </p:txBody>
      </p:sp>
      <p:sp>
        <p:nvSpPr>
          <p:cNvPr id="52" name="Google Shape;52;p25"/>
          <p:cNvSpPr txBox="1">
            <a:spLocks noGrp="1"/>
          </p:cNvSpPr>
          <p:nvPr>
            <p:ph type="dt" idx="10"/>
          </p:nvPr>
        </p:nvSpPr>
        <p:spPr>
          <a:xfrm>
            <a:off x="1042987" y="4840039"/>
            <a:ext cx="903429"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5"/>
          <p:cNvSpPr txBox="1">
            <a:spLocks noGrp="1"/>
          </p:cNvSpPr>
          <p:nvPr>
            <p:ph type="ftr" idx="11"/>
          </p:nvPr>
        </p:nvSpPr>
        <p:spPr>
          <a:xfrm>
            <a:off x="2170173" y="4840039"/>
            <a:ext cx="4710623"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5"/>
          <p:cNvSpPr txBox="1">
            <a:spLocks noGrp="1"/>
          </p:cNvSpPr>
          <p:nvPr>
            <p:ph type="sldNum" idx="12"/>
          </p:nvPr>
        </p:nvSpPr>
        <p:spPr>
          <a:xfrm>
            <a:off x="7104552" y="4840039"/>
            <a:ext cx="1197219" cy="303461"/>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2"/>
              </a:buClr>
              <a:buSzPts val="900"/>
              <a:buFont typeface="Libre Franklin"/>
              <a:buNone/>
              <a:defRPr/>
            </a:lvl1pPr>
            <a:lvl2pPr marL="0" lvl="1" indent="0" algn="r">
              <a:spcBef>
                <a:spcPts val="0"/>
              </a:spcBef>
              <a:spcAft>
                <a:spcPts val="0"/>
              </a:spcAft>
              <a:buClr>
                <a:schemeClr val="dk2"/>
              </a:buClr>
              <a:buSzPts val="900"/>
              <a:buFont typeface="Libre Franklin"/>
              <a:buNone/>
              <a:defRPr/>
            </a:lvl2pPr>
            <a:lvl3pPr marL="0" lvl="2" indent="0" algn="r">
              <a:spcBef>
                <a:spcPts val="0"/>
              </a:spcBef>
              <a:spcAft>
                <a:spcPts val="0"/>
              </a:spcAft>
              <a:buClr>
                <a:schemeClr val="dk2"/>
              </a:buClr>
              <a:buSzPts val="900"/>
              <a:buFont typeface="Libre Franklin"/>
              <a:buNone/>
              <a:defRPr/>
            </a:lvl3pPr>
            <a:lvl4pPr marL="0" lvl="3" indent="0" algn="r">
              <a:spcBef>
                <a:spcPts val="0"/>
              </a:spcBef>
              <a:spcAft>
                <a:spcPts val="0"/>
              </a:spcAft>
              <a:buClr>
                <a:schemeClr val="dk2"/>
              </a:buClr>
              <a:buSzPts val="900"/>
              <a:buFont typeface="Libre Franklin"/>
              <a:buNone/>
              <a:defRPr/>
            </a:lvl4pPr>
            <a:lvl5pPr marL="0" lvl="4" indent="0" algn="r">
              <a:spcBef>
                <a:spcPts val="0"/>
              </a:spcBef>
              <a:spcAft>
                <a:spcPts val="0"/>
              </a:spcAft>
              <a:buClr>
                <a:schemeClr val="dk2"/>
              </a:buClr>
              <a:buSzPts val="900"/>
              <a:buFont typeface="Libre Franklin"/>
              <a:buNone/>
              <a:defRPr/>
            </a:lvl5pPr>
            <a:lvl6pPr marL="0" lvl="5" indent="0" algn="r">
              <a:spcBef>
                <a:spcPts val="0"/>
              </a:spcBef>
              <a:spcAft>
                <a:spcPts val="0"/>
              </a:spcAft>
              <a:buClr>
                <a:schemeClr val="dk2"/>
              </a:buClr>
              <a:buSzPts val="900"/>
              <a:buFont typeface="Libre Franklin"/>
              <a:buNone/>
              <a:defRPr/>
            </a:lvl6pPr>
            <a:lvl7pPr marL="0" lvl="6" indent="0" algn="r">
              <a:spcBef>
                <a:spcPts val="0"/>
              </a:spcBef>
              <a:spcAft>
                <a:spcPts val="0"/>
              </a:spcAft>
              <a:buClr>
                <a:schemeClr val="dk2"/>
              </a:buClr>
              <a:buSzPts val="900"/>
              <a:buFont typeface="Libre Franklin"/>
              <a:buNone/>
              <a:defRPr/>
            </a:lvl7pPr>
            <a:lvl8pPr marL="0" lvl="7" indent="0" algn="r">
              <a:spcBef>
                <a:spcPts val="0"/>
              </a:spcBef>
              <a:spcAft>
                <a:spcPts val="0"/>
              </a:spcAft>
              <a:buClr>
                <a:schemeClr val="dk2"/>
              </a:buClr>
              <a:buSzPts val="900"/>
              <a:buFont typeface="Libre Franklin"/>
              <a:buNone/>
              <a:defRPr/>
            </a:lvl8pPr>
            <a:lvl9pPr marL="0" lvl="8" indent="0" algn="r">
              <a:spcBef>
                <a:spcPts val="0"/>
              </a:spcBef>
              <a:spcAft>
                <a:spcPts val="0"/>
              </a:spcAft>
              <a:buClr>
                <a:schemeClr val="dk2"/>
              </a:buClr>
              <a:buSzPts val="900"/>
              <a:buFont typeface="Libre Franklin"/>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6"/>
          <p:cNvSpPr txBox="1">
            <a:spLocks noGrp="1"/>
          </p:cNvSpPr>
          <p:nvPr>
            <p:ph type="dt" idx="10"/>
          </p:nvPr>
        </p:nvSpPr>
        <p:spPr>
          <a:xfrm>
            <a:off x="1042987" y="4840039"/>
            <a:ext cx="903429"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6"/>
          <p:cNvSpPr txBox="1">
            <a:spLocks noGrp="1"/>
          </p:cNvSpPr>
          <p:nvPr>
            <p:ph type="ftr" idx="11"/>
          </p:nvPr>
        </p:nvSpPr>
        <p:spPr>
          <a:xfrm>
            <a:off x="2170173" y="4840039"/>
            <a:ext cx="4710623"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6"/>
          <p:cNvSpPr txBox="1">
            <a:spLocks noGrp="1"/>
          </p:cNvSpPr>
          <p:nvPr>
            <p:ph type="sldNum" idx="12"/>
          </p:nvPr>
        </p:nvSpPr>
        <p:spPr>
          <a:xfrm>
            <a:off x="7104552" y="4840039"/>
            <a:ext cx="1197219" cy="303461"/>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2"/>
              </a:buClr>
              <a:buSzPts val="900"/>
              <a:buFont typeface="Libre Franklin"/>
              <a:buNone/>
              <a:defRPr/>
            </a:lvl1pPr>
            <a:lvl2pPr marL="0" lvl="1" indent="0" algn="r">
              <a:spcBef>
                <a:spcPts val="0"/>
              </a:spcBef>
              <a:spcAft>
                <a:spcPts val="0"/>
              </a:spcAft>
              <a:buClr>
                <a:schemeClr val="dk2"/>
              </a:buClr>
              <a:buSzPts val="900"/>
              <a:buFont typeface="Libre Franklin"/>
              <a:buNone/>
              <a:defRPr/>
            </a:lvl2pPr>
            <a:lvl3pPr marL="0" lvl="2" indent="0" algn="r">
              <a:spcBef>
                <a:spcPts val="0"/>
              </a:spcBef>
              <a:spcAft>
                <a:spcPts val="0"/>
              </a:spcAft>
              <a:buClr>
                <a:schemeClr val="dk2"/>
              </a:buClr>
              <a:buSzPts val="900"/>
              <a:buFont typeface="Libre Franklin"/>
              <a:buNone/>
              <a:defRPr/>
            </a:lvl3pPr>
            <a:lvl4pPr marL="0" lvl="3" indent="0" algn="r">
              <a:spcBef>
                <a:spcPts val="0"/>
              </a:spcBef>
              <a:spcAft>
                <a:spcPts val="0"/>
              </a:spcAft>
              <a:buClr>
                <a:schemeClr val="dk2"/>
              </a:buClr>
              <a:buSzPts val="900"/>
              <a:buFont typeface="Libre Franklin"/>
              <a:buNone/>
              <a:defRPr/>
            </a:lvl4pPr>
            <a:lvl5pPr marL="0" lvl="4" indent="0" algn="r">
              <a:spcBef>
                <a:spcPts val="0"/>
              </a:spcBef>
              <a:spcAft>
                <a:spcPts val="0"/>
              </a:spcAft>
              <a:buClr>
                <a:schemeClr val="dk2"/>
              </a:buClr>
              <a:buSzPts val="900"/>
              <a:buFont typeface="Libre Franklin"/>
              <a:buNone/>
              <a:defRPr/>
            </a:lvl5pPr>
            <a:lvl6pPr marL="0" lvl="5" indent="0" algn="r">
              <a:spcBef>
                <a:spcPts val="0"/>
              </a:spcBef>
              <a:spcAft>
                <a:spcPts val="0"/>
              </a:spcAft>
              <a:buClr>
                <a:schemeClr val="dk2"/>
              </a:buClr>
              <a:buSzPts val="900"/>
              <a:buFont typeface="Libre Franklin"/>
              <a:buNone/>
              <a:defRPr/>
            </a:lvl6pPr>
            <a:lvl7pPr marL="0" lvl="6" indent="0" algn="r">
              <a:spcBef>
                <a:spcPts val="0"/>
              </a:spcBef>
              <a:spcAft>
                <a:spcPts val="0"/>
              </a:spcAft>
              <a:buClr>
                <a:schemeClr val="dk2"/>
              </a:buClr>
              <a:buSzPts val="900"/>
              <a:buFont typeface="Libre Franklin"/>
              <a:buNone/>
              <a:defRPr/>
            </a:lvl7pPr>
            <a:lvl8pPr marL="0" lvl="7" indent="0" algn="r">
              <a:spcBef>
                <a:spcPts val="0"/>
              </a:spcBef>
              <a:spcAft>
                <a:spcPts val="0"/>
              </a:spcAft>
              <a:buClr>
                <a:schemeClr val="dk2"/>
              </a:buClr>
              <a:buSzPts val="900"/>
              <a:buFont typeface="Libre Franklin"/>
              <a:buNone/>
              <a:defRPr/>
            </a:lvl8pPr>
            <a:lvl9pPr marL="0" lvl="8" indent="0" algn="r">
              <a:spcBef>
                <a:spcPts val="0"/>
              </a:spcBef>
              <a:spcAft>
                <a:spcPts val="0"/>
              </a:spcAft>
              <a:buClr>
                <a:schemeClr val="dk2"/>
              </a:buClr>
              <a:buSzPts val="900"/>
              <a:buFont typeface="Libre Franklin"/>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59"/>
        <p:cNvGrpSpPr/>
        <p:nvPr/>
      </p:nvGrpSpPr>
      <p:grpSpPr>
        <a:xfrm>
          <a:off x="0" y="0"/>
          <a:ext cx="0" cy="0"/>
          <a:chOff x="0" y="0"/>
          <a:chExt cx="0" cy="0"/>
        </a:xfrm>
      </p:grpSpPr>
      <p:sp>
        <p:nvSpPr>
          <p:cNvPr id="60" name="Google Shape;60;p27" title="Background Shape"/>
          <p:cNvSpPr/>
          <p:nvPr/>
        </p:nvSpPr>
        <p:spPr>
          <a:xfrm>
            <a:off x="0" y="282"/>
            <a:ext cx="3977640" cy="514321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7"/>
          <p:cNvSpPr txBox="1">
            <a:spLocks noGrp="1"/>
          </p:cNvSpPr>
          <p:nvPr>
            <p:ph type="title"/>
          </p:nvPr>
        </p:nvSpPr>
        <p:spPr>
          <a:xfrm>
            <a:off x="542925" y="514350"/>
            <a:ext cx="2891790" cy="1618413"/>
          </a:xfrm>
          <a:prstGeom prst="rect">
            <a:avLst/>
          </a:prstGeom>
          <a:noFill/>
          <a:ln>
            <a:noFill/>
          </a:ln>
        </p:spPr>
        <p:txBody>
          <a:bodyPr spcFirstLastPara="1" wrap="square" lIns="91425" tIns="45700" rIns="91425" bIns="45700" anchor="t" anchorCtr="0">
            <a:noAutofit/>
          </a:bodyPr>
          <a:lstStyle>
            <a:lvl1pPr lvl="0" algn="l">
              <a:lnSpc>
                <a:spcPct val="84000"/>
              </a:lnSpc>
              <a:spcBef>
                <a:spcPts val="0"/>
              </a:spcBef>
              <a:spcAft>
                <a:spcPts val="0"/>
              </a:spcAft>
              <a:buClr>
                <a:schemeClr val="dk2"/>
              </a:buClr>
              <a:buSzPts val="3600"/>
              <a:buFont typeface="Libre Franklin"/>
              <a:buNone/>
              <a:defRPr sz="36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27"/>
          <p:cNvSpPr txBox="1">
            <a:spLocks noGrp="1"/>
          </p:cNvSpPr>
          <p:nvPr>
            <p:ph type="body" idx="1"/>
          </p:nvPr>
        </p:nvSpPr>
        <p:spPr>
          <a:xfrm>
            <a:off x="4692015" y="514351"/>
            <a:ext cx="3909060" cy="3881438"/>
          </a:xfrm>
          <a:prstGeom prst="rect">
            <a:avLst/>
          </a:prstGeom>
          <a:noFill/>
          <a:ln>
            <a:noFill/>
          </a:ln>
        </p:spPr>
        <p:txBody>
          <a:bodyPr spcFirstLastPara="1" wrap="square" lIns="91425" tIns="45700" rIns="91425" bIns="45700" anchor="t" anchorCtr="0">
            <a:normAutofit/>
          </a:bodyPr>
          <a:lstStyle>
            <a:lvl1pPr marL="457200" lvl="0" indent="-323850" algn="l">
              <a:lnSpc>
                <a:spcPct val="94000"/>
              </a:lnSpc>
              <a:spcBef>
                <a:spcPts val="750"/>
              </a:spcBef>
              <a:spcAft>
                <a:spcPts val="0"/>
              </a:spcAft>
              <a:buClr>
                <a:schemeClr val="dk2"/>
              </a:buClr>
              <a:buSzPts val="1500"/>
              <a:buChar char="■"/>
              <a:defRPr sz="1500"/>
            </a:lvl1pPr>
            <a:lvl2pPr marL="914400" lvl="1" indent="-323850" algn="l">
              <a:lnSpc>
                <a:spcPct val="94000"/>
              </a:lnSpc>
              <a:spcBef>
                <a:spcPts val="375"/>
              </a:spcBef>
              <a:spcAft>
                <a:spcPts val="0"/>
              </a:spcAft>
              <a:buClr>
                <a:schemeClr val="dk2"/>
              </a:buClr>
              <a:buSzPts val="1500"/>
              <a:buChar char="–"/>
              <a:defRPr sz="1500"/>
            </a:lvl2pPr>
            <a:lvl3pPr marL="1371600" lvl="2" indent="-314325" algn="l">
              <a:lnSpc>
                <a:spcPct val="94000"/>
              </a:lnSpc>
              <a:spcBef>
                <a:spcPts val="375"/>
              </a:spcBef>
              <a:spcAft>
                <a:spcPts val="0"/>
              </a:spcAft>
              <a:buClr>
                <a:schemeClr val="dk2"/>
              </a:buClr>
              <a:buSzPts val="1350"/>
              <a:buChar char="■"/>
              <a:defRPr sz="1350"/>
            </a:lvl3pPr>
            <a:lvl4pPr marL="1828800" lvl="3" indent="-314325" algn="l">
              <a:lnSpc>
                <a:spcPct val="94000"/>
              </a:lnSpc>
              <a:spcBef>
                <a:spcPts val="375"/>
              </a:spcBef>
              <a:spcAft>
                <a:spcPts val="0"/>
              </a:spcAft>
              <a:buClr>
                <a:schemeClr val="dk2"/>
              </a:buClr>
              <a:buSzPts val="1350"/>
              <a:buChar char="–"/>
              <a:defRPr sz="1350"/>
            </a:lvl4pPr>
            <a:lvl5pPr marL="2286000" lvl="4" indent="-304800" algn="l">
              <a:lnSpc>
                <a:spcPct val="94000"/>
              </a:lnSpc>
              <a:spcBef>
                <a:spcPts val="375"/>
              </a:spcBef>
              <a:spcAft>
                <a:spcPts val="0"/>
              </a:spcAft>
              <a:buClr>
                <a:schemeClr val="dk2"/>
              </a:buClr>
              <a:buSzPts val="1200"/>
              <a:buChar char="■"/>
              <a:defRPr sz="1200"/>
            </a:lvl5pPr>
            <a:lvl6pPr marL="2743200" lvl="5" indent="-304800" algn="l">
              <a:lnSpc>
                <a:spcPct val="94000"/>
              </a:lnSpc>
              <a:spcBef>
                <a:spcPts val="375"/>
              </a:spcBef>
              <a:spcAft>
                <a:spcPts val="0"/>
              </a:spcAft>
              <a:buClr>
                <a:schemeClr val="dk2"/>
              </a:buClr>
              <a:buSzPts val="1200"/>
              <a:buChar char="–"/>
              <a:defRPr sz="1200"/>
            </a:lvl6pPr>
            <a:lvl7pPr marL="3200400" lvl="6" indent="-304800" algn="l">
              <a:lnSpc>
                <a:spcPct val="94000"/>
              </a:lnSpc>
              <a:spcBef>
                <a:spcPts val="375"/>
              </a:spcBef>
              <a:spcAft>
                <a:spcPts val="0"/>
              </a:spcAft>
              <a:buClr>
                <a:schemeClr val="dk2"/>
              </a:buClr>
              <a:buSzPts val="1200"/>
              <a:buChar char="■"/>
              <a:defRPr sz="1200"/>
            </a:lvl7pPr>
            <a:lvl8pPr marL="3657600" lvl="7" indent="-304800" algn="l">
              <a:lnSpc>
                <a:spcPct val="94000"/>
              </a:lnSpc>
              <a:spcBef>
                <a:spcPts val="375"/>
              </a:spcBef>
              <a:spcAft>
                <a:spcPts val="0"/>
              </a:spcAft>
              <a:buClr>
                <a:schemeClr val="dk2"/>
              </a:buClr>
              <a:buSzPts val="1200"/>
              <a:buChar char="–"/>
              <a:defRPr sz="1200"/>
            </a:lvl8pPr>
            <a:lvl9pPr marL="4114800" lvl="8" indent="-304800" algn="l">
              <a:lnSpc>
                <a:spcPct val="94000"/>
              </a:lnSpc>
              <a:spcBef>
                <a:spcPts val="375"/>
              </a:spcBef>
              <a:spcAft>
                <a:spcPts val="150"/>
              </a:spcAft>
              <a:buClr>
                <a:schemeClr val="dk2"/>
              </a:buClr>
              <a:buSzPts val="1200"/>
              <a:buChar char="■"/>
              <a:defRPr sz="1200"/>
            </a:lvl9pPr>
          </a:lstStyle>
          <a:p>
            <a:endParaRPr/>
          </a:p>
        </p:txBody>
      </p:sp>
      <p:sp>
        <p:nvSpPr>
          <p:cNvPr id="63" name="Google Shape;63;p27"/>
          <p:cNvSpPr txBox="1">
            <a:spLocks noGrp="1"/>
          </p:cNvSpPr>
          <p:nvPr>
            <p:ph type="body" idx="2"/>
          </p:nvPr>
        </p:nvSpPr>
        <p:spPr>
          <a:xfrm>
            <a:off x="542925" y="2142258"/>
            <a:ext cx="2891790" cy="2258292"/>
          </a:xfrm>
          <a:prstGeom prst="rect">
            <a:avLst/>
          </a:prstGeom>
          <a:noFill/>
          <a:ln>
            <a:noFill/>
          </a:ln>
        </p:spPr>
        <p:txBody>
          <a:bodyPr spcFirstLastPara="1" wrap="square" lIns="91425" tIns="45700" rIns="91425" bIns="45700" anchor="t" anchorCtr="0">
            <a:normAutofit/>
          </a:bodyPr>
          <a:lstStyle>
            <a:lvl1pPr marL="457200" lvl="0" indent="-228600" algn="l">
              <a:lnSpc>
                <a:spcPct val="113000"/>
              </a:lnSpc>
              <a:spcBef>
                <a:spcPts val="0"/>
              </a:spcBef>
              <a:spcAft>
                <a:spcPts val="0"/>
              </a:spcAft>
              <a:buClr>
                <a:schemeClr val="dk2"/>
              </a:buClr>
              <a:buSzPts val="1200"/>
              <a:buNone/>
              <a:defRPr sz="1200"/>
            </a:lvl1pPr>
            <a:lvl2pPr marL="914400" lvl="1" indent="-228600" algn="l">
              <a:lnSpc>
                <a:spcPct val="94000"/>
              </a:lnSpc>
              <a:spcBef>
                <a:spcPts val="1125"/>
              </a:spcBef>
              <a:spcAft>
                <a:spcPts val="0"/>
              </a:spcAft>
              <a:buClr>
                <a:schemeClr val="dk2"/>
              </a:buClr>
              <a:buSzPts val="1050"/>
              <a:buNone/>
              <a:defRPr sz="1050"/>
            </a:lvl2pPr>
            <a:lvl3pPr marL="1371600" lvl="2" indent="-228600" algn="l">
              <a:lnSpc>
                <a:spcPct val="94000"/>
              </a:lnSpc>
              <a:spcBef>
                <a:spcPts val="375"/>
              </a:spcBef>
              <a:spcAft>
                <a:spcPts val="0"/>
              </a:spcAft>
              <a:buClr>
                <a:schemeClr val="dk2"/>
              </a:buClr>
              <a:buSzPts val="900"/>
              <a:buNone/>
              <a:defRPr sz="900"/>
            </a:lvl3pPr>
            <a:lvl4pPr marL="1828800" lvl="3" indent="-228600" algn="l">
              <a:lnSpc>
                <a:spcPct val="94000"/>
              </a:lnSpc>
              <a:spcBef>
                <a:spcPts val="375"/>
              </a:spcBef>
              <a:spcAft>
                <a:spcPts val="0"/>
              </a:spcAft>
              <a:buClr>
                <a:schemeClr val="dk2"/>
              </a:buClr>
              <a:buSzPts val="750"/>
              <a:buNone/>
              <a:defRPr sz="750"/>
            </a:lvl4pPr>
            <a:lvl5pPr marL="2286000" lvl="4" indent="-228600" algn="l">
              <a:lnSpc>
                <a:spcPct val="94000"/>
              </a:lnSpc>
              <a:spcBef>
                <a:spcPts val="375"/>
              </a:spcBef>
              <a:spcAft>
                <a:spcPts val="0"/>
              </a:spcAft>
              <a:buClr>
                <a:schemeClr val="dk2"/>
              </a:buClr>
              <a:buSzPts val="750"/>
              <a:buNone/>
              <a:defRPr sz="750"/>
            </a:lvl5pPr>
            <a:lvl6pPr marL="2743200" lvl="5" indent="-228600" algn="l">
              <a:lnSpc>
                <a:spcPct val="94000"/>
              </a:lnSpc>
              <a:spcBef>
                <a:spcPts val="375"/>
              </a:spcBef>
              <a:spcAft>
                <a:spcPts val="0"/>
              </a:spcAft>
              <a:buClr>
                <a:schemeClr val="dk2"/>
              </a:buClr>
              <a:buSzPts val="750"/>
              <a:buNone/>
              <a:defRPr sz="750"/>
            </a:lvl6pPr>
            <a:lvl7pPr marL="3200400" lvl="6" indent="-228600" algn="l">
              <a:lnSpc>
                <a:spcPct val="94000"/>
              </a:lnSpc>
              <a:spcBef>
                <a:spcPts val="375"/>
              </a:spcBef>
              <a:spcAft>
                <a:spcPts val="0"/>
              </a:spcAft>
              <a:buClr>
                <a:schemeClr val="dk2"/>
              </a:buClr>
              <a:buSzPts val="750"/>
              <a:buNone/>
              <a:defRPr sz="750"/>
            </a:lvl7pPr>
            <a:lvl8pPr marL="3657600" lvl="7" indent="-228600" algn="l">
              <a:lnSpc>
                <a:spcPct val="94000"/>
              </a:lnSpc>
              <a:spcBef>
                <a:spcPts val="375"/>
              </a:spcBef>
              <a:spcAft>
                <a:spcPts val="0"/>
              </a:spcAft>
              <a:buClr>
                <a:schemeClr val="dk2"/>
              </a:buClr>
              <a:buSzPts val="750"/>
              <a:buNone/>
              <a:defRPr sz="750"/>
            </a:lvl8pPr>
            <a:lvl9pPr marL="4114800" lvl="8" indent="-228600" algn="l">
              <a:lnSpc>
                <a:spcPct val="94000"/>
              </a:lnSpc>
              <a:spcBef>
                <a:spcPts val="375"/>
              </a:spcBef>
              <a:spcAft>
                <a:spcPts val="150"/>
              </a:spcAft>
              <a:buClr>
                <a:schemeClr val="dk2"/>
              </a:buClr>
              <a:buSzPts val="750"/>
              <a:buNone/>
              <a:defRPr sz="750"/>
            </a:lvl9pPr>
          </a:lstStyle>
          <a:p>
            <a:endParaRPr/>
          </a:p>
        </p:txBody>
      </p:sp>
      <p:sp>
        <p:nvSpPr>
          <p:cNvPr id="64" name="Google Shape;64;p27"/>
          <p:cNvSpPr txBox="1">
            <a:spLocks noGrp="1"/>
          </p:cNvSpPr>
          <p:nvPr>
            <p:ph type="dt" idx="10"/>
          </p:nvPr>
        </p:nvSpPr>
        <p:spPr>
          <a:xfrm>
            <a:off x="542925" y="4840039"/>
            <a:ext cx="903429"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7"/>
          <p:cNvSpPr txBox="1">
            <a:spLocks noGrp="1"/>
          </p:cNvSpPr>
          <p:nvPr>
            <p:ph type="ftr" idx="11"/>
          </p:nvPr>
        </p:nvSpPr>
        <p:spPr>
          <a:xfrm>
            <a:off x="1654459" y="4840039"/>
            <a:ext cx="1780256"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7"/>
          <p:cNvSpPr txBox="1">
            <a:spLocks noGrp="1"/>
          </p:cNvSpPr>
          <p:nvPr>
            <p:ph type="sldNum" idx="12"/>
          </p:nvPr>
        </p:nvSpPr>
        <p:spPr>
          <a:xfrm>
            <a:off x="7412355" y="4840039"/>
            <a:ext cx="1197219" cy="303461"/>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chemeClr val="dk2"/>
              </a:buClr>
              <a:buSzPts val="900"/>
              <a:buFont typeface="Libre Franklin"/>
              <a:buNone/>
              <a:defRPr sz="900">
                <a:solidFill>
                  <a:schemeClr val="dk2"/>
                </a:solidFill>
                <a:latin typeface="Libre Franklin"/>
                <a:ea typeface="Libre Franklin"/>
                <a:cs typeface="Libre Franklin"/>
                <a:sym typeface="Libre Franklin"/>
              </a:defRPr>
            </a:lvl1pPr>
            <a:lvl2pPr marL="0" marR="0" lvl="1" indent="0" algn="r">
              <a:spcBef>
                <a:spcPts val="0"/>
              </a:spcBef>
              <a:spcAft>
                <a:spcPts val="0"/>
              </a:spcAft>
              <a:buClr>
                <a:schemeClr val="dk2"/>
              </a:buClr>
              <a:buSzPts val="900"/>
              <a:buFont typeface="Libre Franklin"/>
              <a:buNone/>
              <a:defRPr sz="900">
                <a:solidFill>
                  <a:schemeClr val="dk2"/>
                </a:solidFill>
                <a:latin typeface="Libre Franklin"/>
                <a:ea typeface="Libre Franklin"/>
                <a:cs typeface="Libre Franklin"/>
                <a:sym typeface="Libre Franklin"/>
              </a:defRPr>
            </a:lvl2pPr>
            <a:lvl3pPr marL="0" marR="0" lvl="2" indent="0" algn="r">
              <a:spcBef>
                <a:spcPts val="0"/>
              </a:spcBef>
              <a:spcAft>
                <a:spcPts val="0"/>
              </a:spcAft>
              <a:buClr>
                <a:schemeClr val="dk2"/>
              </a:buClr>
              <a:buSzPts val="900"/>
              <a:buFont typeface="Libre Franklin"/>
              <a:buNone/>
              <a:defRPr sz="900">
                <a:solidFill>
                  <a:schemeClr val="dk2"/>
                </a:solidFill>
                <a:latin typeface="Libre Franklin"/>
                <a:ea typeface="Libre Franklin"/>
                <a:cs typeface="Libre Franklin"/>
                <a:sym typeface="Libre Franklin"/>
              </a:defRPr>
            </a:lvl3pPr>
            <a:lvl4pPr marL="0" marR="0" lvl="3" indent="0" algn="r">
              <a:spcBef>
                <a:spcPts val="0"/>
              </a:spcBef>
              <a:spcAft>
                <a:spcPts val="0"/>
              </a:spcAft>
              <a:buClr>
                <a:schemeClr val="dk2"/>
              </a:buClr>
              <a:buSzPts val="900"/>
              <a:buFont typeface="Libre Franklin"/>
              <a:buNone/>
              <a:defRPr sz="900">
                <a:solidFill>
                  <a:schemeClr val="dk2"/>
                </a:solidFill>
                <a:latin typeface="Libre Franklin"/>
                <a:ea typeface="Libre Franklin"/>
                <a:cs typeface="Libre Franklin"/>
                <a:sym typeface="Libre Franklin"/>
              </a:defRPr>
            </a:lvl4pPr>
            <a:lvl5pPr marL="0" marR="0" lvl="4" indent="0" algn="r">
              <a:spcBef>
                <a:spcPts val="0"/>
              </a:spcBef>
              <a:spcAft>
                <a:spcPts val="0"/>
              </a:spcAft>
              <a:buClr>
                <a:schemeClr val="dk2"/>
              </a:buClr>
              <a:buSzPts val="900"/>
              <a:buFont typeface="Libre Franklin"/>
              <a:buNone/>
              <a:defRPr sz="900">
                <a:solidFill>
                  <a:schemeClr val="dk2"/>
                </a:solidFill>
                <a:latin typeface="Libre Franklin"/>
                <a:ea typeface="Libre Franklin"/>
                <a:cs typeface="Libre Franklin"/>
                <a:sym typeface="Libre Franklin"/>
              </a:defRPr>
            </a:lvl5pPr>
            <a:lvl6pPr marL="0" marR="0" lvl="5" indent="0" algn="r">
              <a:spcBef>
                <a:spcPts val="0"/>
              </a:spcBef>
              <a:spcAft>
                <a:spcPts val="0"/>
              </a:spcAft>
              <a:buClr>
                <a:schemeClr val="dk2"/>
              </a:buClr>
              <a:buSzPts val="900"/>
              <a:buFont typeface="Libre Franklin"/>
              <a:buNone/>
              <a:defRPr sz="900">
                <a:solidFill>
                  <a:schemeClr val="dk2"/>
                </a:solidFill>
                <a:latin typeface="Libre Franklin"/>
                <a:ea typeface="Libre Franklin"/>
                <a:cs typeface="Libre Franklin"/>
                <a:sym typeface="Libre Franklin"/>
              </a:defRPr>
            </a:lvl6pPr>
            <a:lvl7pPr marL="0" marR="0" lvl="6" indent="0" algn="r">
              <a:spcBef>
                <a:spcPts val="0"/>
              </a:spcBef>
              <a:spcAft>
                <a:spcPts val="0"/>
              </a:spcAft>
              <a:buClr>
                <a:schemeClr val="dk2"/>
              </a:buClr>
              <a:buSzPts val="900"/>
              <a:buFont typeface="Libre Franklin"/>
              <a:buNone/>
              <a:defRPr sz="900">
                <a:solidFill>
                  <a:schemeClr val="dk2"/>
                </a:solidFill>
                <a:latin typeface="Libre Franklin"/>
                <a:ea typeface="Libre Franklin"/>
                <a:cs typeface="Libre Franklin"/>
                <a:sym typeface="Libre Franklin"/>
              </a:defRPr>
            </a:lvl7pPr>
            <a:lvl8pPr marL="0" marR="0" lvl="7" indent="0" algn="r">
              <a:spcBef>
                <a:spcPts val="0"/>
              </a:spcBef>
              <a:spcAft>
                <a:spcPts val="0"/>
              </a:spcAft>
              <a:buClr>
                <a:schemeClr val="dk2"/>
              </a:buClr>
              <a:buSzPts val="900"/>
              <a:buFont typeface="Libre Franklin"/>
              <a:buNone/>
              <a:defRPr sz="900">
                <a:solidFill>
                  <a:schemeClr val="dk2"/>
                </a:solidFill>
                <a:latin typeface="Libre Franklin"/>
                <a:ea typeface="Libre Franklin"/>
                <a:cs typeface="Libre Franklin"/>
                <a:sym typeface="Libre Franklin"/>
              </a:defRPr>
            </a:lvl8pPr>
            <a:lvl9pPr marL="0" marR="0" lvl="8" indent="0" algn="r">
              <a:spcBef>
                <a:spcPts val="0"/>
              </a:spcBef>
              <a:spcAft>
                <a:spcPts val="0"/>
              </a:spcAft>
              <a:buClr>
                <a:schemeClr val="dk2"/>
              </a:buClr>
              <a:buSzPts val="900"/>
              <a:buFont typeface="Libre Franklin"/>
              <a:buNone/>
              <a:defRPr sz="900">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67" name="Google Shape;67;p27" title="Divider Bar"/>
          <p:cNvSpPr/>
          <p:nvPr/>
        </p:nvSpPr>
        <p:spPr>
          <a:xfrm>
            <a:off x="3977640" y="282"/>
            <a:ext cx="17145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68"/>
        <p:cNvGrpSpPr/>
        <p:nvPr/>
      </p:nvGrpSpPr>
      <p:grpSpPr>
        <a:xfrm>
          <a:off x="0" y="0"/>
          <a:ext cx="0" cy="0"/>
          <a:chOff x="0" y="0"/>
          <a:chExt cx="0" cy="0"/>
        </a:xfrm>
      </p:grpSpPr>
      <p:sp>
        <p:nvSpPr>
          <p:cNvPr id="69" name="Google Shape;69;p28" title="Background Shape"/>
          <p:cNvSpPr/>
          <p:nvPr/>
        </p:nvSpPr>
        <p:spPr>
          <a:xfrm>
            <a:off x="0" y="282"/>
            <a:ext cx="3977640" cy="514321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8"/>
          <p:cNvSpPr txBox="1">
            <a:spLocks noGrp="1"/>
          </p:cNvSpPr>
          <p:nvPr>
            <p:ph type="title"/>
          </p:nvPr>
        </p:nvSpPr>
        <p:spPr>
          <a:xfrm>
            <a:off x="542925" y="514350"/>
            <a:ext cx="2891790" cy="1618413"/>
          </a:xfrm>
          <a:prstGeom prst="rect">
            <a:avLst/>
          </a:prstGeom>
          <a:noFill/>
          <a:ln>
            <a:noFill/>
          </a:ln>
        </p:spPr>
        <p:txBody>
          <a:bodyPr spcFirstLastPara="1" wrap="square" lIns="91425" tIns="45700" rIns="91425" bIns="45700" anchor="t" anchorCtr="0">
            <a:normAutofit/>
          </a:bodyPr>
          <a:lstStyle>
            <a:lvl1pPr lvl="0" algn="l">
              <a:lnSpc>
                <a:spcPct val="84000"/>
              </a:lnSpc>
              <a:spcBef>
                <a:spcPts val="0"/>
              </a:spcBef>
              <a:spcAft>
                <a:spcPts val="0"/>
              </a:spcAft>
              <a:buClr>
                <a:schemeClr val="dk2"/>
              </a:buClr>
              <a:buSzPts val="3600"/>
              <a:buFont typeface="Libre Franklin"/>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28"/>
          <p:cNvSpPr>
            <a:spLocks noGrp="1"/>
          </p:cNvSpPr>
          <p:nvPr>
            <p:ph type="pic" idx="2"/>
          </p:nvPr>
        </p:nvSpPr>
        <p:spPr>
          <a:xfrm>
            <a:off x="4149090" y="1"/>
            <a:ext cx="4994910" cy="5143499"/>
          </a:xfrm>
          <a:prstGeom prst="rect">
            <a:avLst/>
          </a:prstGeom>
          <a:noFill/>
          <a:ln>
            <a:noFill/>
          </a:ln>
        </p:spPr>
        <p:txBody>
          <a:bodyPr spcFirstLastPara="1" wrap="square" lIns="91425" tIns="45700" rIns="91425" bIns="45700" anchor="t" anchorCtr="0">
            <a:normAutofit/>
          </a:bodyPr>
          <a:lstStyle>
            <a:lvl1pPr marR="0" lvl="0" algn="l" rtl="0">
              <a:lnSpc>
                <a:spcPct val="94000"/>
              </a:lnSpc>
              <a:spcBef>
                <a:spcPts val="750"/>
              </a:spcBef>
              <a:spcAft>
                <a:spcPts val="0"/>
              </a:spcAft>
              <a:buClr>
                <a:schemeClr val="dk2"/>
              </a:buClr>
              <a:buSzPts val="1500"/>
              <a:buFont typeface="Libre Franklin"/>
              <a:buNone/>
              <a:defRPr sz="1500" b="0" i="0" u="none" strike="noStrike" cap="none">
                <a:solidFill>
                  <a:schemeClr val="dk2"/>
                </a:solidFill>
                <a:latin typeface="Libre Franklin"/>
                <a:ea typeface="Libre Franklin"/>
                <a:cs typeface="Libre Franklin"/>
                <a:sym typeface="Libre Franklin"/>
              </a:defRPr>
            </a:lvl1pPr>
            <a:lvl2pPr marR="0" lvl="1" algn="l" rtl="0">
              <a:lnSpc>
                <a:spcPct val="94000"/>
              </a:lnSpc>
              <a:spcBef>
                <a:spcPts val="375"/>
              </a:spcBef>
              <a:spcAft>
                <a:spcPts val="0"/>
              </a:spcAft>
              <a:buClr>
                <a:schemeClr val="dk2"/>
              </a:buClr>
              <a:buSzPts val="1500"/>
              <a:buFont typeface="Libre Franklin"/>
              <a:buNone/>
              <a:defRPr sz="1500" b="0" i="1" u="none" strike="noStrike" cap="none">
                <a:solidFill>
                  <a:schemeClr val="dk2"/>
                </a:solidFill>
                <a:latin typeface="Libre Franklin"/>
                <a:ea typeface="Libre Franklin"/>
                <a:cs typeface="Libre Franklin"/>
                <a:sym typeface="Libre Franklin"/>
              </a:defRPr>
            </a:lvl2pPr>
            <a:lvl3pPr marR="0" lvl="2" algn="l" rtl="0">
              <a:lnSpc>
                <a:spcPct val="94000"/>
              </a:lnSpc>
              <a:spcBef>
                <a:spcPts val="375"/>
              </a:spcBef>
              <a:spcAft>
                <a:spcPts val="0"/>
              </a:spcAft>
              <a:buClr>
                <a:schemeClr val="dk2"/>
              </a:buClr>
              <a:buSzPts val="1500"/>
              <a:buFont typeface="Libre Franklin"/>
              <a:buNone/>
              <a:defRPr sz="1500" b="0" i="0" u="none" strike="noStrike" cap="none">
                <a:solidFill>
                  <a:schemeClr val="dk2"/>
                </a:solidFill>
                <a:latin typeface="Libre Franklin"/>
                <a:ea typeface="Libre Franklin"/>
                <a:cs typeface="Libre Franklin"/>
                <a:sym typeface="Libre Franklin"/>
              </a:defRPr>
            </a:lvl3pPr>
            <a:lvl4pPr marR="0" lvl="3" algn="l" rtl="0">
              <a:lnSpc>
                <a:spcPct val="94000"/>
              </a:lnSpc>
              <a:spcBef>
                <a:spcPts val="375"/>
              </a:spcBef>
              <a:spcAft>
                <a:spcPts val="0"/>
              </a:spcAft>
              <a:buClr>
                <a:schemeClr val="dk2"/>
              </a:buClr>
              <a:buSzPts val="1500"/>
              <a:buFont typeface="Libre Franklin"/>
              <a:buNone/>
              <a:defRPr sz="1500" b="0" i="1" u="none" strike="noStrike" cap="none">
                <a:solidFill>
                  <a:schemeClr val="dk2"/>
                </a:solidFill>
                <a:latin typeface="Libre Franklin"/>
                <a:ea typeface="Libre Franklin"/>
                <a:cs typeface="Libre Franklin"/>
                <a:sym typeface="Libre Franklin"/>
              </a:defRPr>
            </a:lvl4pPr>
            <a:lvl5pPr marR="0" lvl="4" algn="l" rtl="0">
              <a:lnSpc>
                <a:spcPct val="94000"/>
              </a:lnSpc>
              <a:spcBef>
                <a:spcPts val="375"/>
              </a:spcBef>
              <a:spcAft>
                <a:spcPts val="0"/>
              </a:spcAft>
              <a:buClr>
                <a:schemeClr val="dk2"/>
              </a:buClr>
              <a:buSzPts val="1500"/>
              <a:buFont typeface="Libre Franklin"/>
              <a:buNone/>
              <a:defRPr sz="1500" b="0" i="0" u="none" strike="noStrike" cap="none">
                <a:solidFill>
                  <a:schemeClr val="dk2"/>
                </a:solidFill>
                <a:latin typeface="Libre Franklin"/>
                <a:ea typeface="Libre Franklin"/>
                <a:cs typeface="Libre Franklin"/>
                <a:sym typeface="Libre Franklin"/>
              </a:defRPr>
            </a:lvl5pPr>
            <a:lvl6pPr marR="0" lvl="5" algn="l" rtl="0">
              <a:lnSpc>
                <a:spcPct val="94000"/>
              </a:lnSpc>
              <a:spcBef>
                <a:spcPts val="375"/>
              </a:spcBef>
              <a:spcAft>
                <a:spcPts val="0"/>
              </a:spcAft>
              <a:buClr>
                <a:schemeClr val="dk2"/>
              </a:buClr>
              <a:buSzPts val="1500"/>
              <a:buFont typeface="Libre Franklin"/>
              <a:buNone/>
              <a:defRPr sz="1500" b="0" i="1" u="none" strike="noStrike" cap="none">
                <a:solidFill>
                  <a:schemeClr val="dk2"/>
                </a:solidFill>
                <a:latin typeface="Libre Franklin"/>
                <a:ea typeface="Libre Franklin"/>
                <a:cs typeface="Libre Franklin"/>
                <a:sym typeface="Libre Franklin"/>
              </a:defRPr>
            </a:lvl6pPr>
            <a:lvl7pPr marR="0" lvl="6" algn="l" rtl="0">
              <a:lnSpc>
                <a:spcPct val="94000"/>
              </a:lnSpc>
              <a:spcBef>
                <a:spcPts val="375"/>
              </a:spcBef>
              <a:spcAft>
                <a:spcPts val="0"/>
              </a:spcAft>
              <a:buClr>
                <a:schemeClr val="dk2"/>
              </a:buClr>
              <a:buSzPts val="1500"/>
              <a:buFont typeface="Libre Franklin"/>
              <a:buNone/>
              <a:defRPr sz="1500" b="0" i="0" u="none" strike="noStrike" cap="none">
                <a:solidFill>
                  <a:schemeClr val="dk2"/>
                </a:solidFill>
                <a:latin typeface="Libre Franklin"/>
                <a:ea typeface="Libre Franklin"/>
                <a:cs typeface="Libre Franklin"/>
                <a:sym typeface="Libre Franklin"/>
              </a:defRPr>
            </a:lvl7pPr>
            <a:lvl8pPr marR="0" lvl="7" algn="l" rtl="0">
              <a:lnSpc>
                <a:spcPct val="94000"/>
              </a:lnSpc>
              <a:spcBef>
                <a:spcPts val="375"/>
              </a:spcBef>
              <a:spcAft>
                <a:spcPts val="0"/>
              </a:spcAft>
              <a:buClr>
                <a:schemeClr val="dk2"/>
              </a:buClr>
              <a:buSzPts val="1500"/>
              <a:buFont typeface="Libre Franklin"/>
              <a:buNone/>
              <a:defRPr sz="1500" b="0" i="1" u="none" strike="noStrike" cap="none">
                <a:solidFill>
                  <a:schemeClr val="dk2"/>
                </a:solidFill>
                <a:latin typeface="Libre Franklin"/>
                <a:ea typeface="Libre Franklin"/>
                <a:cs typeface="Libre Franklin"/>
                <a:sym typeface="Libre Franklin"/>
              </a:defRPr>
            </a:lvl8pPr>
            <a:lvl9pPr marR="0" lvl="8" algn="l" rtl="0">
              <a:lnSpc>
                <a:spcPct val="94000"/>
              </a:lnSpc>
              <a:spcBef>
                <a:spcPts val="375"/>
              </a:spcBef>
              <a:spcAft>
                <a:spcPts val="150"/>
              </a:spcAft>
              <a:buClr>
                <a:schemeClr val="dk2"/>
              </a:buClr>
              <a:buSzPts val="1500"/>
              <a:buFont typeface="Libre Franklin"/>
              <a:buNone/>
              <a:defRPr sz="1500" b="0" i="0" u="none" strike="noStrike" cap="none">
                <a:solidFill>
                  <a:schemeClr val="dk2"/>
                </a:solidFill>
                <a:latin typeface="Libre Franklin"/>
                <a:ea typeface="Libre Franklin"/>
                <a:cs typeface="Libre Franklin"/>
                <a:sym typeface="Libre Franklin"/>
              </a:defRPr>
            </a:lvl9pPr>
          </a:lstStyle>
          <a:p>
            <a:endParaRPr/>
          </a:p>
        </p:txBody>
      </p:sp>
      <p:sp>
        <p:nvSpPr>
          <p:cNvPr id="72" name="Google Shape;72;p28"/>
          <p:cNvSpPr txBox="1">
            <a:spLocks noGrp="1"/>
          </p:cNvSpPr>
          <p:nvPr>
            <p:ph type="body" idx="1"/>
          </p:nvPr>
        </p:nvSpPr>
        <p:spPr>
          <a:xfrm>
            <a:off x="542925" y="2141976"/>
            <a:ext cx="2891790" cy="2258574"/>
          </a:xfrm>
          <a:prstGeom prst="rect">
            <a:avLst/>
          </a:prstGeom>
          <a:noFill/>
          <a:ln>
            <a:noFill/>
          </a:ln>
        </p:spPr>
        <p:txBody>
          <a:bodyPr spcFirstLastPara="1" wrap="square" lIns="91425" tIns="45700" rIns="91425" bIns="45700" anchor="t" anchorCtr="0">
            <a:normAutofit/>
          </a:bodyPr>
          <a:lstStyle>
            <a:lvl1pPr marL="457200" lvl="0" indent="-228600" algn="l">
              <a:lnSpc>
                <a:spcPct val="113000"/>
              </a:lnSpc>
              <a:spcBef>
                <a:spcPts val="0"/>
              </a:spcBef>
              <a:spcAft>
                <a:spcPts val="0"/>
              </a:spcAft>
              <a:buClr>
                <a:schemeClr val="dk2"/>
              </a:buClr>
              <a:buSzPts val="1200"/>
              <a:buNone/>
              <a:defRPr sz="1200"/>
            </a:lvl1pPr>
            <a:lvl2pPr marL="914400" lvl="1" indent="-228600" algn="l">
              <a:lnSpc>
                <a:spcPct val="94000"/>
              </a:lnSpc>
              <a:spcBef>
                <a:spcPts val="1125"/>
              </a:spcBef>
              <a:spcAft>
                <a:spcPts val="0"/>
              </a:spcAft>
              <a:buClr>
                <a:schemeClr val="dk2"/>
              </a:buClr>
              <a:buSzPts val="1050"/>
              <a:buNone/>
              <a:defRPr sz="1050"/>
            </a:lvl2pPr>
            <a:lvl3pPr marL="1371600" lvl="2" indent="-228600" algn="l">
              <a:lnSpc>
                <a:spcPct val="94000"/>
              </a:lnSpc>
              <a:spcBef>
                <a:spcPts val="375"/>
              </a:spcBef>
              <a:spcAft>
                <a:spcPts val="0"/>
              </a:spcAft>
              <a:buClr>
                <a:schemeClr val="dk2"/>
              </a:buClr>
              <a:buSzPts val="900"/>
              <a:buNone/>
              <a:defRPr sz="900"/>
            </a:lvl3pPr>
            <a:lvl4pPr marL="1828800" lvl="3" indent="-228600" algn="l">
              <a:lnSpc>
                <a:spcPct val="94000"/>
              </a:lnSpc>
              <a:spcBef>
                <a:spcPts val="375"/>
              </a:spcBef>
              <a:spcAft>
                <a:spcPts val="0"/>
              </a:spcAft>
              <a:buClr>
                <a:schemeClr val="dk2"/>
              </a:buClr>
              <a:buSzPts val="750"/>
              <a:buNone/>
              <a:defRPr sz="750"/>
            </a:lvl4pPr>
            <a:lvl5pPr marL="2286000" lvl="4" indent="-228600" algn="l">
              <a:lnSpc>
                <a:spcPct val="94000"/>
              </a:lnSpc>
              <a:spcBef>
                <a:spcPts val="375"/>
              </a:spcBef>
              <a:spcAft>
                <a:spcPts val="0"/>
              </a:spcAft>
              <a:buClr>
                <a:schemeClr val="dk2"/>
              </a:buClr>
              <a:buSzPts val="750"/>
              <a:buNone/>
              <a:defRPr sz="750"/>
            </a:lvl5pPr>
            <a:lvl6pPr marL="2743200" lvl="5" indent="-228600" algn="l">
              <a:lnSpc>
                <a:spcPct val="94000"/>
              </a:lnSpc>
              <a:spcBef>
                <a:spcPts val="375"/>
              </a:spcBef>
              <a:spcAft>
                <a:spcPts val="0"/>
              </a:spcAft>
              <a:buClr>
                <a:schemeClr val="dk2"/>
              </a:buClr>
              <a:buSzPts val="750"/>
              <a:buNone/>
              <a:defRPr sz="750"/>
            </a:lvl6pPr>
            <a:lvl7pPr marL="3200400" lvl="6" indent="-228600" algn="l">
              <a:lnSpc>
                <a:spcPct val="94000"/>
              </a:lnSpc>
              <a:spcBef>
                <a:spcPts val="375"/>
              </a:spcBef>
              <a:spcAft>
                <a:spcPts val="0"/>
              </a:spcAft>
              <a:buClr>
                <a:schemeClr val="dk2"/>
              </a:buClr>
              <a:buSzPts val="750"/>
              <a:buNone/>
              <a:defRPr sz="750"/>
            </a:lvl7pPr>
            <a:lvl8pPr marL="3657600" lvl="7" indent="-228600" algn="l">
              <a:lnSpc>
                <a:spcPct val="94000"/>
              </a:lnSpc>
              <a:spcBef>
                <a:spcPts val="375"/>
              </a:spcBef>
              <a:spcAft>
                <a:spcPts val="0"/>
              </a:spcAft>
              <a:buClr>
                <a:schemeClr val="dk2"/>
              </a:buClr>
              <a:buSzPts val="750"/>
              <a:buNone/>
              <a:defRPr sz="750"/>
            </a:lvl8pPr>
            <a:lvl9pPr marL="4114800" lvl="8" indent="-228600" algn="l">
              <a:lnSpc>
                <a:spcPct val="94000"/>
              </a:lnSpc>
              <a:spcBef>
                <a:spcPts val="375"/>
              </a:spcBef>
              <a:spcAft>
                <a:spcPts val="150"/>
              </a:spcAft>
              <a:buClr>
                <a:schemeClr val="dk2"/>
              </a:buClr>
              <a:buSzPts val="750"/>
              <a:buNone/>
              <a:defRPr sz="750"/>
            </a:lvl9pPr>
          </a:lstStyle>
          <a:p>
            <a:endParaRPr/>
          </a:p>
        </p:txBody>
      </p:sp>
      <p:sp>
        <p:nvSpPr>
          <p:cNvPr id="73" name="Google Shape;73;p28"/>
          <p:cNvSpPr txBox="1">
            <a:spLocks noGrp="1"/>
          </p:cNvSpPr>
          <p:nvPr>
            <p:ph type="dt" idx="10"/>
          </p:nvPr>
        </p:nvSpPr>
        <p:spPr>
          <a:xfrm>
            <a:off x="542925" y="4840039"/>
            <a:ext cx="903429"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8"/>
          <p:cNvSpPr txBox="1">
            <a:spLocks noGrp="1"/>
          </p:cNvSpPr>
          <p:nvPr>
            <p:ph type="ftr" idx="11"/>
          </p:nvPr>
        </p:nvSpPr>
        <p:spPr>
          <a:xfrm>
            <a:off x="1654459" y="4840039"/>
            <a:ext cx="1780256"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8"/>
          <p:cNvSpPr txBox="1">
            <a:spLocks noGrp="1"/>
          </p:cNvSpPr>
          <p:nvPr>
            <p:ph type="sldNum" idx="12"/>
          </p:nvPr>
        </p:nvSpPr>
        <p:spPr>
          <a:xfrm>
            <a:off x="7412355" y="4840039"/>
            <a:ext cx="1197219" cy="303461"/>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chemeClr val="dk2"/>
              </a:buClr>
              <a:buSzPts val="900"/>
              <a:buFont typeface="Libre Franklin"/>
              <a:buNone/>
              <a:defRPr sz="900">
                <a:solidFill>
                  <a:schemeClr val="dk2"/>
                </a:solidFill>
                <a:latin typeface="Libre Franklin"/>
                <a:ea typeface="Libre Franklin"/>
                <a:cs typeface="Libre Franklin"/>
                <a:sym typeface="Libre Franklin"/>
              </a:defRPr>
            </a:lvl1pPr>
            <a:lvl2pPr marL="0" marR="0" lvl="1" indent="0" algn="r">
              <a:spcBef>
                <a:spcPts val="0"/>
              </a:spcBef>
              <a:spcAft>
                <a:spcPts val="0"/>
              </a:spcAft>
              <a:buClr>
                <a:schemeClr val="dk2"/>
              </a:buClr>
              <a:buSzPts val="900"/>
              <a:buFont typeface="Libre Franklin"/>
              <a:buNone/>
              <a:defRPr sz="900">
                <a:solidFill>
                  <a:schemeClr val="dk2"/>
                </a:solidFill>
                <a:latin typeface="Libre Franklin"/>
                <a:ea typeface="Libre Franklin"/>
                <a:cs typeface="Libre Franklin"/>
                <a:sym typeface="Libre Franklin"/>
              </a:defRPr>
            </a:lvl2pPr>
            <a:lvl3pPr marL="0" marR="0" lvl="2" indent="0" algn="r">
              <a:spcBef>
                <a:spcPts val="0"/>
              </a:spcBef>
              <a:spcAft>
                <a:spcPts val="0"/>
              </a:spcAft>
              <a:buClr>
                <a:schemeClr val="dk2"/>
              </a:buClr>
              <a:buSzPts val="900"/>
              <a:buFont typeface="Libre Franklin"/>
              <a:buNone/>
              <a:defRPr sz="900">
                <a:solidFill>
                  <a:schemeClr val="dk2"/>
                </a:solidFill>
                <a:latin typeface="Libre Franklin"/>
                <a:ea typeface="Libre Franklin"/>
                <a:cs typeface="Libre Franklin"/>
                <a:sym typeface="Libre Franklin"/>
              </a:defRPr>
            </a:lvl3pPr>
            <a:lvl4pPr marL="0" marR="0" lvl="3" indent="0" algn="r">
              <a:spcBef>
                <a:spcPts val="0"/>
              </a:spcBef>
              <a:spcAft>
                <a:spcPts val="0"/>
              </a:spcAft>
              <a:buClr>
                <a:schemeClr val="dk2"/>
              </a:buClr>
              <a:buSzPts val="900"/>
              <a:buFont typeface="Libre Franklin"/>
              <a:buNone/>
              <a:defRPr sz="900">
                <a:solidFill>
                  <a:schemeClr val="dk2"/>
                </a:solidFill>
                <a:latin typeface="Libre Franklin"/>
                <a:ea typeface="Libre Franklin"/>
                <a:cs typeface="Libre Franklin"/>
                <a:sym typeface="Libre Franklin"/>
              </a:defRPr>
            </a:lvl4pPr>
            <a:lvl5pPr marL="0" marR="0" lvl="4" indent="0" algn="r">
              <a:spcBef>
                <a:spcPts val="0"/>
              </a:spcBef>
              <a:spcAft>
                <a:spcPts val="0"/>
              </a:spcAft>
              <a:buClr>
                <a:schemeClr val="dk2"/>
              </a:buClr>
              <a:buSzPts val="900"/>
              <a:buFont typeface="Libre Franklin"/>
              <a:buNone/>
              <a:defRPr sz="900">
                <a:solidFill>
                  <a:schemeClr val="dk2"/>
                </a:solidFill>
                <a:latin typeface="Libre Franklin"/>
                <a:ea typeface="Libre Franklin"/>
                <a:cs typeface="Libre Franklin"/>
                <a:sym typeface="Libre Franklin"/>
              </a:defRPr>
            </a:lvl5pPr>
            <a:lvl6pPr marL="0" marR="0" lvl="5" indent="0" algn="r">
              <a:spcBef>
                <a:spcPts val="0"/>
              </a:spcBef>
              <a:spcAft>
                <a:spcPts val="0"/>
              </a:spcAft>
              <a:buClr>
                <a:schemeClr val="dk2"/>
              </a:buClr>
              <a:buSzPts val="900"/>
              <a:buFont typeface="Libre Franklin"/>
              <a:buNone/>
              <a:defRPr sz="900">
                <a:solidFill>
                  <a:schemeClr val="dk2"/>
                </a:solidFill>
                <a:latin typeface="Libre Franklin"/>
                <a:ea typeface="Libre Franklin"/>
                <a:cs typeface="Libre Franklin"/>
                <a:sym typeface="Libre Franklin"/>
              </a:defRPr>
            </a:lvl6pPr>
            <a:lvl7pPr marL="0" marR="0" lvl="6" indent="0" algn="r">
              <a:spcBef>
                <a:spcPts val="0"/>
              </a:spcBef>
              <a:spcAft>
                <a:spcPts val="0"/>
              </a:spcAft>
              <a:buClr>
                <a:schemeClr val="dk2"/>
              </a:buClr>
              <a:buSzPts val="900"/>
              <a:buFont typeface="Libre Franklin"/>
              <a:buNone/>
              <a:defRPr sz="900">
                <a:solidFill>
                  <a:schemeClr val="dk2"/>
                </a:solidFill>
                <a:latin typeface="Libre Franklin"/>
                <a:ea typeface="Libre Franklin"/>
                <a:cs typeface="Libre Franklin"/>
                <a:sym typeface="Libre Franklin"/>
              </a:defRPr>
            </a:lvl7pPr>
            <a:lvl8pPr marL="0" marR="0" lvl="7" indent="0" algn="r">
              <a:spcBef>
                <a:spcPts val="0"/>
              </a:spcBef>
              <a:spcAft>
                <a:spcPts val="0"/>
              </a:spcAft>
              <a:buClr>
                <a:schemeClr val="dk2"/>
              </a:buClr>
              <a:buSzPts val="900"/>
              <a:buFont typeface="Libre Franklin"/>
              <a:buNone/>
              <a:defRPr sz="900">
                <a:solidFill>
                  <a:schemeClr val="dk2"/>
                </a:solidFill>
                <a:latin typeface="Libre Franklin"/>
                <a:ea typeface="Libre Franklin"/>
                <a:cs typeface="Libre Franklin"/>
                <a:sym typeface="Libre Franklin"/>
              </a:defRPr>
            </a:lvl8pPr>
            <a:lvl9pPr marL="0" marR="0" lvl="8" indent="0" algn="r">
              <a:spcBef>
                <a:spcPts val="0"/>
              </a:spcBef>
              <a:spcAft>
                <a:spcPts val="0"/>
              </a:spcAft>
              <a:buClr>
                <a:schemeClr val="dk2"/>
              </a:buClr>
              <a:buSzPts val="900"/>
              <a:buFont typeface="Libre Franklin"/>
              <a:buNone/>
              <a:defRPr sz="900">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76" name="Google Shape;76;p28" title="Divider Bar"/>
          <p:cNvSpPr/>
          <p:nvPr/>
        </p:nvSpPr>
        <p:spPr>
          <a:xfrm>
            <a:off x="3977640" y="282"/>
            <a:ext cx="17145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29"/>
          <p:cNvSpPr txBox="1">
            <a:spLocks noGrp="1"/>
          </p:cNvSpPr>
          <p:nvPr>
            <p:ph type="title"/>
          </p:nvPr>
        </p:nvSpPr>
        <p:spPr>
          <a:xfrm>
            <a:off x="1028700" y="514350"/>
            <a:ext cx="7200900" cy="1114425"/>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9"/>
          <p:cNvSpPr txBox="1">
            <a:spLocks noGrp="1"/>
          </p:cNvSpPr>
          <p:nvPr>
            <p:ph type="body" idx="1"/>
          </p:nvPr>
        </p:nvSpPr>
        <p:spPr>
          <a:xfrm rot="5400000">
            <a:off x="3289697" y="-539353"/>
            <a:ext cx="2678906" cy="7200900"/>
          </a:xfrm>
          <a:prstGeom prst="rect">
            <a:avLst/>
          </a:prstGeom>
          <a:noFill/>
          <a:ln>
            <a:noFill/>
          </a:ln>
        </p:spPr>
        <p:txBody>
          <a:bodyPr spcFirstLastPara="1" wrap="square" lIns="91425" tIns="45700" rIns="91425" bIns="45700" anchor="t" anchorCtr="0">
            <a:normAutofit/>
          </a:bodyPr>
          <a:lstStyle>
            <a:lvl1pPr marL="457200" lvl="0" indent="-342900" algn="l">
              <a:lnSpc>
                <a:spcPct val="94000"/>
              </a:lnSpc>
              <a:spcBef>
                <a:spcPts val="750"/>
              </a:spcBef>
              <a:spcAft>
                <a:spcPts val="0"/>
              </a:spcAft>
              <a:buClr>
                <a:schemeClr val="dk2"/>
              </a:buClr>
              <a:buSzPts val="1800"/>
              <a:buChar char="■"/>
              <a:defRPr/>
            </a:lvl1pPr>
            <a:lvl2pPr marL="914400" lvl="1" indent="-342900" algn="l">
              <a:lnSpc>
                <a:spcPct val="94000"/>
              </a:lnSpc>
              <a:spcBef>
                <a:spcPts val="375"/>
              </a:spcBef>
              <a:spcAft>
                <a:spcPts val="0"/>
              </a:spcAft>
              <a:buClr>
                <a:schemeClr val="dk2"/>
              </a:buClr>
              <a:buSzPts val="1800"/>
              <a:buChar char="–"/>
              <a:defRPr/>
            </a:lvl2pPr>
            <a:lvl3pPr marL="1371600" lvl="2" indent="-342900" algn="l">
              <a:lnSpc>
                <a:spcPct val="94000"/>
              </a:lnSpc>
              <a:spcBef>
                <a:spcPts val="375"/>
              </a:spcBef>
              <a:spcAft>
                <a:spcPts val="0"/>
              </a:spcAft>
              <a:buClr>
                <a:schemeClr val="dk2"/>
              </a:buClr>
              <a:buSzPts val="1800"/>
              <a:buChar char="■"/>
              <a:defRPr/>
            </a:lvl3pPr>
            <a:lvl4pPr marL="1828800" lvl="3" indent="-342900" algn="l">
              <a:lnSpc>
                <a:spcPct val="94000"/>
              </a:lnSpc>
              <a:spcBef>
                <a:spcPts val="375"/>
              </a:spcBef>
              <a:spcAft>
                <a:spcPts val="0"/>
              </a:spcAft>
              <a:buClr>
                <a:schemeClr val="dk2"/>
              </a:buClr>
              <a:buSzPts val="1800"/>
              <a:buChar char="–"/>
              <a:defRPr/>
            </a:lvl4pPr>
            <a:lvl5pPr marL="2286000" lvl="4" indent="-342900" algn="l">
              <a:lnSpc>
                <a:spcPct val="94000"/>
              </a:lnSpc>
              <a:spcBef>
                <a:spcPts val="375"/>
              </a:spcBef>
              <a:spcAft>
                <a:spcPts val="0"/>
              </a:spcAft>
              <a:buClr>
                <a:schemeClr val="dk2"/>
              </a:buClr>
              <a:buSzPts val="1800"/>
              <a:buChar char="■"/>
              <a:defRPr/>
            </a:lvl5pPr>
            <a:lvl6pPr marL="2743200" lvl="5" indent="-342900" algn="l">
              <a:lnSpc>
                <a:spcPct val="94000"/>
              </a:lnSpc>
              <a:spcBef>
                <a:spcPts val="375"/>
              </a:spcBef>
              <a:spcAft>
                <a:spcPts val="0"/>
              </a:spcAft>
              <a:buClr>
                <a:schemeClr val="dk2"/>
              </a:buClr>
              <a:buSzPts val="1800"/>
              <a:buChar char="–"/>
              <a:defRPr/>
            </a:lvl6pPr>
            <a:lvl7pPr marL="3200400" lvl="6" indent="-342900" algn="l">
              <a:lnSpc>
                <a:spcPct val="94000"/>
              </a:lnSpc>
              <a:spcBef>
                <a:spcPts val="375"/>
              </a:spcBef>
              <a:spcAft>
                <a:spcPts val="0"/>
              </a:spcAft>
              <a:buClr>
                <a:schemeClr val="dk2"/>
              </a:buClr>
              <a:buSzPts val="1800"/>
              <a:buChar char="■"/>
              <a:defRPr/>
            </a:lvl7pPr>
            <a:lvl8pPr marL="3657600" lvl="7" indent="-342900" algn="l">
              <a:lnSpc>
                <a:spcPct val="94000"/>
              </a:lnSpc>
              <a:spcBef>
                <a:spcPts val="375"/>
              </a:spcBef>
              <a:spcAft>
                <a:spcPts val="0"/>
              </a:spcAft>
              <a:buClr>
                <a:schemeClr val="dk2"/>
              </a:buClr>
              <a:buSzPts val="1800"/>
              <a:buChar char="–"/>
              <a:defRPr/>
            </a:lvl8pPr>
            <a:lvl9pPr marL="4114800" lvl="8" indent="-342900" algn="l">
              <a:lnSpc>
                <a:spcPct val="94000"/>
              </a:lnSpc>
              <a:spcBef>
                <a:spcPts val="375"/>
              </a:spcBef>
              <a:spcAft>
                <a:spcPts val="150"/>
              </a:spcAft>
              <a:buClr>
                <a:schemeClr val="dk2"/>
              </a:buClr>
              <a:buSzPts val="1800"/>
              <a:buChar char="■"/>
              <a:defRPr/>
            </a:lvl9pPr>
          </a:lstStyle>
          <a:p>
            <a:endParaRPr/>
          </a:p>
        </p:txBody>
      </p:sp>
      <p:sp>
        <p:nvSpPr>
          <p:cNvPr id="80" name="Google Shape;80;p29"/>
          <p:cNvSpPr txBox="1">
            <a:spLocks noGrp="1"/>
          </p:cNvSpPr>
          <p:nvPr>
            <p:ph type="dt" idx="10"/>
          </p:nvPr>
        </p:nvSpPr>
        <p:spPr>
          <a:xfrm>
            <a:off x="1042987" y="4840039"/>
            <a:ext cx="903429"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9"/>
          <p:cNvSpPr txBox="1">
            <a:spLocks noGrp="1"/>
          </p:cNvSpPr>
          <p:nvPr>
            <p:ph type="ftr" idx="11"/>
          </p:nvPr>
        </p:nvSpPr>
        <p:spPr>
          <a:xfrm>
            <a:off x="2170173" y="4840039"/>
            <a:ext cx="4710623"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9"/>
          <p:cNvSpPr txBox="1">
            <a:spLocks noGrp="1"/>
          </p:cNvSpPr>
          <p:nvPr>
            <p:ph type="sldNum" idx="12"/>
          </p:nvPr>
        </p:nvSpPr>
        <p:spPr>
          <a:xfrm>
            <a:off x="7104552" y="4840039"/>
            <a:ext cx="1197219" cy="303461"/>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2"/>
              </a:buClr>
              <a:buSzPts val="900"/>
              <a:buFont typeface="Libre Franklin"/>
              <a:buNone/>
              <a:defRPr/>
            </a:lvl1pPr>
            <a:lvl2pPr marL="0" lvl="1" indent="0" algn="r">
              <a:spcBef>
                <a:spcPts val="0"/>
              </a:spcBef>
              <a:spcAft>
                <a:spcPts val="0"/>
              </a:spcAft>
              <a:buClr>
                <a:schemeClr val="dk2"/>
              </a:buClr>
              <a:buSzPts val="900"/>
              <a:buFont typeface="Libre Franklin"/>
              <a:buNone/>
              <a:defRPr/>
            </a:lvl2pPr>
            <a:lvl3pPr marL="0" lvl="2" indent="0" algn="r">
              <a:spcBef>
                <a:spcPts val="0"/>
              </a:spcBef>
              <a:spcAft>
                <a:spcPts val="0"/>
              </a:spcAft>
              <a:buClr>
                <a:schemeClr val="dk2"/>
              </a:buClr>
              <a:buSzPts val="900"/>
              <a:buFont typeface="Libre Franklin"/>
              <a:buNone/>
              <a:defRPr/>
            </a:lvl3pPr>
            <a:lvl4pPr marL="0" lvl="3" indent="0" algn="r">
              <a:spcBef>
                <a:spcPts val="0"/>
              </a:spcBef>
              <a:spcAft>
                <a:spcPts val="0"/>
              </a:spcAft>
              <a:buClr>
                <a:schemeClr val="dk2"/>
              </a:buClr>
              <a:buSzPts val="900"/>
              <a:buFont typeface="Libre Franklin"/>
              <a:buNone/>
              <a:defRPr/>
            </a:lvl4pPr>
            <a:lvl5pPr marL="0" lvl="4" indent="0" algn="r">
              <a:spcBef>
                <a:spcPts val="0"/>
              </a:spcBef>
              <a:spcAft>
                <a:spcPts val="0"/>
              </a:spcAft>
              <a:buClr>
                <a:schemeClr val="dk2"/>
              </a:buClr>
              <a:buSzPts val="900"/>
              <a:buFont typeface="Libre Franklin"/>
              <a:buNone/>
              <a:defRPr/>
            </a:lvl5pPr>
            <a:lvl6pPr marL="0" lvl="5" indent="0" algn="r">
              <a:spcBef>
                <a:spcPts val="0"/>
              </a:spcBef>
              <a:spcAft>
                <a:spcPts val="0"/>
              </a:spcAft>
              <a:buClr>
                <a:schemeClr val="dk2"/>
              </a:buClr>
              <a:buSzPts val="900"/>
              <a:buFont typeface="Libre Franklin"/>
              <a:buNone/>
              <a:defRPr/>
            </a:lvl6pPr>
            <a:lvl7pPr marL="0" lvl="6" indent="0" algn="r">
              <a:spcBef>
                <a:spcPts val="0"/>
              </a:spcBef>
              <a:spcAft>
                <a:spcPts val="0"/>
              </a:spcAft>
              <a:buClr>
                <a:schemeClr val="dk2"/>
              </a:buClr>
              <a:buSzPts val="900"/>
              <a:buFont typeface="Libre Franklin"/>
              <a:buNone/>
              <a:defRPr/>
            </a:lvl7pPr>
            <a:lvl8pPr marL="0" lvl="7" indent="0" algn="r">
              <a:spcBef>
                <a:spcPts val="0"/>
              </a:spcBef>
              <a:spcAft>
                <a:spcPts val="0"/>
              </a:spcAft>
              <a:buClr>
                <a:schemeClr val="dk2"/>
              </a:buClr>
              <a:buSzPts val="900"/>
              <a:buFont typeface="Libre Franklin"/>
              <a:buNone/>
              <a:defRPr/>
            </a:lvl8pPr>
            <a:lvl9pPr marL="0" lvl="8" indent="0" algn="r">
              <a:spcBef>
                <a:spcPts val="0"/>
              </a:spcBef>
              <a:spcAft>
                <a:spcPts val="0"/>
              </a:spcAft>
              <a:buClr>
                <a:schemeClr val="dk2"/>
              </a:buClr>
              <a:buSzPts val="900"/>
              <a:buFont typeface="Libre Franklin"/>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30"/>
          <p:cNvSpPr txBox="1">
            <a:spLocks noGrp="1"/>
          </p:cNvSpPr>
          <p:nvPr>
            <p:ph type="title"/>
          </p:nvPr>
        </p:nvSpPr>
        <p:spPr>
          <a:xfrm rot="5400000">
            <a:off x="5818367" y="1847171"/>
            <a:ext cx="3932433" cy="1174325"/>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30"/>
          <p:cNvSpPr txBox="1">
            <a:spLocks noGrp="1"/>
          </p:cNvSpPr>
          <p:nvPr>
            <p:ph type="body" idx="1"/>
          </p:nvPr>
        </p:nvSpPr>
        <p:spPr>
          <a:xfrm rot="5400000">
            <a:off x="2129849" y="-633032"/>
            <a:ext cx="3932433" cy="6134731"/>
          </a:xfrm>
          <a:prstGeom prst="rect">
            <a:avLst/>
          </a:prstGeom>
          <a:noFill/>
          <a:ln>
            <a:noFill/>
          </a:ln>
        </p:spPr>
        <p:txBody>
          <a:bodyPr spcFirstLastPara="1" wrap="square" lIns="91425" tIns="45700" rIns="91425" bIns="45700" anchor="t" anchorCtr="0">
            <a:normAutofit/>
          </a:bodyPr>
          <a:lstStyle>
            <a:lvl1pPr marL="457200" lvl="0" indent="-342900" algn="l">
              <a:lnSpc>
                <a:spcPct val="94000"/>
              </a:lnSpc>
              <a:spcBef>
                <a:spcPts val="750"/>
              </a:spcBef>
              <a:spcAft>
                <a:spcPts val="0"/>
              </a:spcAft>
              <a:buClr>
                <a:schemeClr val="dk2"/>
              </a:buClr>
              <a:buSzPts val="1800"/>
              <a:buChar char="■"/>
              <a:defRPr/>
            </a:lvl1pPr>
            <a:lvl2pPr marL="914400" lvl="1" indent="-342900" algn="l">
              <a:lnSpc>
                <a:spcPct val="94000"/>
              </a:lnSpc>
              <a:spcBef>
                <a:spcPts val="375"/>
              </a:spcBef>
              <a:spcAft>
                <a:spcPts val="0"/>
              </a:spcAft>
              <a:buClr>
                <a:schemeClr val="dk2"/>
              </a:buClr>
              <a:buSzPts val="1800"/>
              <a:buChar char="–"/>
              <a:defRPr/>
            </a:lvl2pPr>
            <a:lvl3pPr marL="1371600" lvl="2" indent="-342900" algn="l">
              <a:lnSpc>
                <a:spcPct val="94000"/>
              </a:lnSpc>
              <a:spcBef>
                <a:spcPts val="375"/>
              </a:spcBef>
              <a:spcAft>
                <a:spcPts val="0"/>
              </a:spcAft>
              <a:buClr>
                <a:schemeClr val="dk2"/>
              </a:buClr>
              <a:buSzPts val="1800"/>
              <a:buChar char="■"/>
              <a:defRPr/>
            </a:lvl3pPr>
            <a:lvl4pPr marL="1828800" lvl="3" indent="-342900" algn="l">
              <a:lnSpc>
                <a:spcPct val="94000"/>
              </a:lnSpc>
              <a:spcBef>
                <a:spcPts val="375"/>
              </a:spcBef>
              <a:spcAft>
                <a:spcPts val="0"/>
              </a:spcAft>
              <a:buClr>
                <a:schemeClr val="dk2"/>
              </a:buClr>
              <a:buSzPts val="1800"/>
              <a:buChar char="–"/>
              <a:defRPr/>
            </a:lvl4pPr>
            <a:lvl5pPr marL="2286000" lvl="4" indent="-342900" algn="l">
              <a:lnSpc>
                <a:spcPct val="94000"/>
              </a:lnSpc>
              <a:spcBef>
                <a:spcPts val="375"/>
              </a:spcBef>
              <a:spcAft>
                <a:spcPts val="0"/>
              </a:spcAft>
              <a:buClr>
                <a:schemeClr val="dk2"/>
              </a:buClr>
              <a:buSzPts val="1800"/>
              <a:buChar char="■"/>
              <a:defRPr/>
            </a:lvl5pPr>
            <a:lvl6pPr marL="2743200" lvl="5" indent="-342900" algn="l">
              <a:lnSpc>
                <a:spcPct val="94000"/>
              </a:lnSpc>
              <a:spcBef>
                <a:spcPts val="375"/>
              </a:spcBef>
              <a:spcAft>
                <a:spcPts val="0"/>
              </a:spcAft>
              <a:buClr>
                <a:schemeClr val="dk2"/>
              </a:buClr>
              <a:buSzPts val="1800"/>
              <a:buChar char="–"/>
              <a:defRPr/>
            </a:lvl6pPr>
            <a:lvl7pPr marL="3200400" lvl="6" indent="-342900" algn="l">
              <a:lnSpc>
                <a:spcPct val="94000"/>
              </a:lnSpc>
              <a:spcBef>
                <a:spcPts val="375"/>
              </a:spcBef>
              <a:spcAft>
                <a:spcPts val="0"/>
              </a:spcAft>
              <a:buClr>
                <a:schemeClr val="dk2"/>
              </a:buClr>
              <a:buSzPts val="1800"/>
              <a:buChar char="■"/>
              <a:defRPr/>
            </a:lvl7pPr>
            <a:lvl8pPr marL="3657600" lvl="7" indent="-342900" algn="l">
              <a:lnSpc>
                <a:spcPct val="94000"/>
              </a:lnSpc>
              <a:spcBef>
                <a:spcPts val="375"/>
              </a:spcBef>
              <a:spcAft>
                <a:spcPts val="0"/>
              </a:spcAft>
              <a:buClr>
                <a:schemeClr val="dk2"/>
              </a:buClr>
              <a:buSzPts val="1800"/>
              <a:buChar char="–"/>
              <a:defRPr/>
            </a:lvl8pPr>
            <a:lvl9pPr marL="4114800" lvl="8" indent="-342900" algn="l">
              <a:lnSpc>
                <a:spcPct val="94000"/>
              </a:lnSpc>
              <a:spcBef>
                <a:spcPts val="375"/>
              </a:spcBef>
              <a:spcAft>
                <a:spcPts val="150"/>
              </a:spcAft>
              <a:buClr>
                <a:schemeClr val="dk2"/>
              </a:buClr>
              <a:buSzPts val="1800"/>
              <a:buChar char="■"/>
              <a:defRPr/>
            </a:lvl9pPr>
          </a:lstStyle>
          <a:p>
            <a:endParaRPr/>
          </a:p>
        </p:txBody>
      </p:sp>
      <p:sp>
        <p:nvSpPr>
          <p:cNvPr id="86" name="Google Shape;86;p30"/>
          <p:cNvSpPr txBox="1">
            <a:spLocks noGrp="1"/>
          </p:cNvSpPr>
          <p:nvPr>
            <p:ph type="dt" idx="10"/>
          </p:nvPr>
        </p:nvSpPr>
        <p:spPr>
          <a:xfrm>
            <a:off x="1042987" y="4840039"/>
            <a:ext cx="903429"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30"/>
          <p:cNvSpPr txBox="1">
            <a:spLocks noGrp="1"/>
          </p:cNvSpPr>
          <p:nvPr>
            <p:ph type="ftr" idx="11"/>
          </p:nvPr>
        </p:nvSpPr>
        <p:spPr>
          <a:xfrm>
            <a:off x="2170173" y="4840039"/>
            <a:ext cx="4710623"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30"/>
          <p:cNvSpPr txBox="1">
            <a:spLocks noGrp="1"/>
          </p:cNvSpPr>
          <p:nvPr>
            <p:ph type="sldNum" idx="12"/>
          </p:nvPr>
        </p:nvSpPr>
        <p:spPr>
          <a:xfrm>
            <a:off x="7104552" y="4840039"/>
            <a:ext cx="1197219" cy="303461"/>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2"/>
              </a:buClr>
              <a:buSzPts val="900"/>
              <a:buFont typeface="Libre Franklin"/>
              <a:buNone/>
              <a:defRPr/>
            </a:lvl1pPr>
            <a:lvl2pPr marL="0" lvl="1" indent="0" algn="r">
              <a:spcBef>
                <a:spcPts val="0"/>
              </a:spcBef>
              <a:spcAft>
                <a:spcPts val="0"/>
              </a:spcAft>
              <a:buClr>
                <a:schemeClr val="dk2"/>
              </a:buClr>
              <a:buSzPts val="900"/>
              <a:buFont typeface="Libre Franklin"/>
              <a:buNone/>
              <a:defRPr/>
            </a:lvl2pPr>
            <a:lvl3pPr marL="0" lvl="2" indent="0" algn="r">
              <a:spcBef>
                <a:spcPts val="0"/>
              </a:spcBef>
              <a:spcAft>
                <a:spcPts val="0"/>
              </a:spcAft>
              <a:buClr>
                <a:schemeClr val="dk2"/>
              </a:buClr>
              <a:buSzPts val="900"/>
              <a:buFont typeface="Libre Franklin"/>
              <a:buNone/>
              <a:defRPr/>
            </a:lvl3pPr>
            <a:lvl4pPr marL="0" lvl="3" indent="0" algn="r">
              <a:spcBef>
                <a:spcPts val="0"/>
              </a:spcBef>
              <a:spcAft>
                <a:spcPts val="0"/>
              </a:spcAft>
              <a:buClr>
                <a:schemeClr val="dk2"/>
              </a:buClr>
              <a:buSzPts val="900"/>
              <a:buFont typeface="Libre Franklin"/>
              <a:buNone/>
              <a:defRPr/>
            </a:lvl4pPr>
            <a:lvl5pPr marL="0" lvl="4" indent="0" algn="r">
              <a:spcBef>
                <a:spcPts val="0"/>
              </a:spcBef>
              <a:spcAft>
                <a:spcPts val="0"/>
              </a:spcAft>
              <a:buClr>
                <a:schemeClr val="dk2"/>
              </a:buClr>
              <a:buSzPts val="900"/>
              <a:buFont typeface="Libre Franklin"/>
              <a:buNone/>
              <a:defRPr/>
            </a:lvl5pPr>
            <a:lvl6pPr marL="0" lvl="5" indent="0" algn="r">
              <a:spcBef>
                <a:spcPts val="0"/>
              </a:spcBef>
              <a:spcAft>
                <a:spcPts val="0"/>
              </a:spcAft>
              <a:buClr>
                <a:schemeClr val="dk2"/>
              </a:buClr>
              <a:buSzPts val="900"/>
              <a:buFont typeface="Libre Franklin"/>
              <a:buNone/>
              <a:defRPr/>
            </a:lvl6pPr>
            <a:lvl7pPr marL="0" lvl="6" indent="0" algn="r">
              <a:spcBef>
                <a:spcPts val="0"/>
              </a:spcBef>
              <a:spcAft>
                <a:spcPts val="0"/>
              </a:spcAft>
              <a:buClr>
                <a:schemeClr val="dk2"/>
              </a:buClr>
              <a:buSzPts val="900"/>
              <a:buFont typeface="Libre Franklin"/>
              <a:buNone/>
              <a:defRPr/>
            </a:lvl7pPr>
            <a:lvl8pPr marL="0" lvl="7" indent="0" algn="r">
              <a:spcBef>
                <a:spcPts val="0"/>
              </a:spcBef>
              <a:spcAft>
                <a:spcPts val="0"/>
              </a:spcAft>
              <a:buClr>
                <a:schemeClr val="dk2"/>
              </a:buClr>
              <a:buSzPts val="900"/>
              <a:buFont typeface="Libre Franklin"/>
              <a:buNone/>
              <a:defRPr/>
            </a:lvl8pPr>
            <a:lvl9pPr marL="0" lvl="8" indent="0" algn="r">
              <a:spcBef>
                <a:spcPts val="0"/>
              </a:spcBef>
              <a:spcAft>
                <a:spcPts val="0"/>
              </a:spcAft>
              <a:buClr>
                <a:schemeClr val="dk2"/>
              </a:buClr>
              <a:buSzPts val="900"/>
              <a:buFont typeface="Libre Franklin"/>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1028700" y="514350"/>
            <a:ext cx="7200900" cy="1114425"/>
          </a:xfrm>
          <a:prstGeom prst="rect">
            <a:avLst/>
          </a:prstGeom>
          <a:noFill/>
          <a:ln>
            <a:noFill/>
          </a:ln>
        </p:spPr>
        <p:txBody>
          <a:bodyPr spcFirstLastPara="1" wrap="square" lIns="91425" tIns="45700" rIns="91425" bIns="45700" anchor="t" anchorCtr="0">
            <a:normAutofit/>
          </a:bodyPr>
          <a:lstStyle>
            <a:lvl1pPr marR="0" lvl="0" algn="l" rtl="0">
              <a:lnSpc>
                <a:spcPct val="89000"/>
              </a:lnSpc>
              <a:spcBef>
                <a:spcPts val="0"/>
              </a:spcBef>
              <a:spcAft>
                <a:spcPts val="0"/>
              </a:spcAft>
              <a:buClr>
                <a:schemeClr val="dk2"/>
              </a:buClr>
              <a:buSzPts val="3300"/>
              <a:buFont typeface="Libre Franklin"/>
              <a:buNone/>
              <a:defRPr sz="3300" b="0" i="0" u="none" strike="noStrike" cap="non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9"/>
          <p:cNvSpPr txBox="1">
            <a:spLocks noGrp="1"/>
          </p:cNvSpPr>
          <p:nvPr>
            <p:ph type="body" idx="1"/>
          </p:nvPr>
        </p:nvSpPr>
        <p:spPr>
          <a:xfrm>
            <a:off x="1028700" y="1714500"/>
            <a:ext cx="7200900" cy="2686050"/>
          </a:xfrm>
          <a:prstGeom prst="rect">
            <a:avLst/>
          </a:prstGeom>
          <a:noFill/>
          <a:ln>
            <a:noFill/>
          </a:ln>
        </p:spPr>
        <p:txBody>
          <a:bodyPr spcFirstLastPara="1" wrap="square" lIns="91425" tIns="45700" rIns="91425" bIns="45700" anchor="t" anchorCtr="0">
            <a:normAutofit/>
          </a:bodyPr>
          <a:lstStyle>
            <a:lvl1pPr marL="457200" marR="0" lvl="0" indent="-323850" algn="l" rtl="0">
              <a:lnSpc>
                <a:spcPct val="94000"/>
              </a:lnSpc>
              <a:spcBef>
                <a:spcPts val="750"/>
              </a:spcBef>
              <a:spcAft>
                <a:spcPts val="0"/>
              </a:spcAft>
              <a:buClr>
                <a:schemeClr val="dk2"/>
              </a:buClr>
              <a:buSzPts val="1500"/>
              <a:buFont typeface="Libre Franklin"/>
              <a:buChar char="■"/>
              <a:defRPr sz="1500" b="0" i="0" u="none" strike="noStrike" cap="none">
                <a:solidFill>
                  <a:schemeClr val="dk2"/>
                </a:solidFill>
                <a:latin typeface="Libre Franklin"/>
                <a:ea typeface="Libre Franklin"/>
                <a:cs typeface="Libre Franklin"/>
                <a:sym typeface="Libre Franklin"/>
              </a:defRPr>
            </a:lvl1pPr>
            <a:lvl2pPr marL="914400" marR="0" lvl="1" indent="-323850" algn="l" rtl="0">
              <a:lnSpc>
                <a:spcPct val="94000"/>
              </a:lnSpc>
              <a:spcBef>
                <a:spcPts val="375"/>
              </a:spcBef>
              <a:spcAft>
                <a:spcPts val="0"/>
              </a:spcAft>
              <a:buClr>
                <a:schemeClr val="dk2"/>
              </a:buClr>
              <a:buSzPts val="1500"/>
              <a:buFont typeface="Libre Franklin"/>
              <a:buChar char="–"/>
              <a:defRPr sz="1500" b="0" i="1" u="none" strike="noStrike" cap="none">
                <a:solidFill>
                  <a:schemeClr val="dk2"/>
                </a:solidFill>
                <a:latin typeface="Libre Franklin"/>
                <a:ea typeface="Libre Franklin"/>
                <a:cs typeface="Libre Franklin"/>
                <a:sym typeface="Libre Franklin"/>
              </a:defRPr>
            </a:lvl2pPr>
            <a:lvl3pPr marL="1371600" marR="0" lvl="2" indent="-314325" algn="l" rtl="0">
              <a:lnSpc>
                <a:spcPct val="94000"/>
              </a:lnSpc>
              <a:spcBef>
                <a:spcPts val="375"/>
              </a:spcBef>
              <a:spcAft>
                <a:spcPts val="0"/>
              </a:spcAft>
              <a:buClr>
                <a:schemeClr val="dk2"/>
              </a:buClr>
              <a:buSzPts val="1350"/>
              <a:buFont typeface="Libre Franklin"/>
              <a:buChar char="■"/>
              <a:defRPr sz="1350" b="0" i="0" u="none" strike="noStrike" cap="none">
                <a:solidFill>
                  <a:schemeClr val="dk2"/>
                </a:solidFill>
                <a:latin typeface="Libre Franklin"/>
                <a:ea typeface="Libre Franklin"/>
                <a:cs typeface="Libre Franklin"/>
                <a:sym typeface="Libre Franklin"/>
              </a:defRPr>
            </a:lvl3pPr>
            <a:lvl4pPr marL="1828800" marR="0" lvl="3" indent="-314325" algn="l" rtl="0">
              <a:lnSpc>
                <a:spcPct val="94000"/>
              </a:lnSpc>
              <a:spcBef>
                <a:spcPts val="375"/>
              </a:spcBef>
              <a:spcAft>
                <a:spcPts val="0"/>
              </a:spcAft>
              <a:buClr>
                <a:schemeClr val="dk2"/>
              </a:buClr>
              <a:buSzPts val="1350"/>
              <a:buFont typeface="Libre Franklin"/>
              <a:buChar char="–"/>
              <a:defRPr sz="1350" b="0" i="1" u="none" strike="noStrike" cap="none">
                <a:solidFill>
                  <a:schemeClr val="dk2"/>
                </a:solidFill>
                <a:latin typeface="Libre Franklin"/>
                <a:ea typeface="Libre Franklin"/>
                <a:cs typeface="Libre Franklin"/>
                <a:sym typeface="Libre Franklin"/>
              </a:defRPr>
            </a:lvl4pPr>
            <a:lvl5pPr marL="2286000" marR="0" lvl="4" indent="-304800" algn="l" rtl="0">
              <a:lnSpc>
                <a:spcPct val="94000"/>
              </a:lnSpc>
              <a:spcBef>
                <a:spcPts val="375"/>
              </a:spcBef>
              <a:spcAft>
                <a:spcPts val="0"/>
              </a:spcAft>
              <a:buClr>
                <a:schemeClr val="dk2"/>
              </a:buClr>
              <a:buSzPts val="1200"/>
              <a:buFont typeface="Libre Franklin"/>
              <a:buChar char="■"/>
              <a:defRPr sz="1200" b="0" i="0" u="none" strike="noStrike" cap="none">
                <a:solidFill>
                  <a:schemeClr val="dk2"/>
                </a:solidFill>
                <a:latin typeface="Libre Franklin"/>
                <a:ea typeface="Libre Franklin"/>
                <a:cs typeface="Libre Franklin"/>
                <a:sym typeface="Libre Franklin"/>
              </a:defRPr>
            </a:lvl5pPr>
            <a:lvl6pPr marL="2743200" marR="0" lvl="5" indent="-304800" algn="l" rtl="0">
              <a:lnSpc>
                <a:spcPct val="94000"/>
              </a:lnSpc>
              <a:spcBef>
                <a:spcPts val="375"/>
              </a:spcBef>
              <a:spcAft>
                <a:spcPts val="0"/>
              </a:spcAft>
              <a:buClr>
                <a:schemeClr val="dk2"/>
              </a:buClr>
              <a:buSzPts val="1200"/>
              <a:buFont typeface="Libre Franklin"/>
              <a:buChar char="–"/>
              <a:defRPr sz="1200" b="0" i="1" u="none" strike="noStrike" cap="none">
                <a:solidFill>
                  <a:schemeClr val="dk2"/>
                </a:solidFill>
                <a:latin typeface="Libre Franklin"/>
                <a:ea typeface="Libre Franklin"/>
                <a:cs typeface="Libre Franklin"/>
                <a:sym typeface="Libre Franklin"/>
              </a:defRPr>
            </a:lvl6pPr>
            <a:lvl7pPr marL="3200400" marR="0" lvl="6" indent="-295275" algn="l" rtl="0">
              <a:lnSpc>
                <a:spcPct val="94000"/>
              </a:lnSpc>
              <a:spcBef>
                <a:spcPts val="375"/>
              </a:spcBef>
              <a:spcAft>
                <a:spcPts val="0"/>
              </a:spcAft>
              <a:buClr>
                <a:schemeClr val="dk2"/>
              </a:buClr>
              <a:buSzPts val="1050"/>
              <a:buFont typeface="Libre Franklin"/>
              <a:buChar char="■"/>
              <a:defRPr sz="1050" b="0" i="0" u="none" strike="noStrike" cap="none">
                <a:solidFill>
                  <a:schemeClr val="dk2"/>
                </a:solidFill>
                <a:latin typeface="Libre Franklin"/>
                <a:ea typeface="Libre Franklin"/>
                <a:cs typeface="Libre Franklin"/>
                <a:sym typeface="Libre Franklin"/>
              </a:defRPr>
            </a:lvl7pPr>
            <a:lvl8pPr marL="3657600" marR="0" lvl="7" indent="-295275" algn="l" rtl="0">
              <a:lnSpc>
                <a:spcPct val="94000"/>
              </a:lnSpc>
              <a:spcBef>
                <a:spcPts val="375"/>
              </a:spcBef>
              <a:spcAft>
                <a:spcPts val="0"/>
              </a:spcAft>
              <a:buClr>
                <a:schemeClr val="dk2"/>
              </a:buClr>
              <a:buSzPts val="1050"/>
              <a:buFont typeface="Libre Franklin"/>
              <a:buChar char="–"/>
              <a:defRPr sz="1050" b="0" i="1" u="none" strike="noStrike" cap="none">
                <a:solidFill>
                  <a:schemeClr val="dk2"/>
                </a:solidFill>
                <a:latin typeface="Libre Franklin"/>
                <a:ea typeface="Libre Franklin"/>
                <a:cs typeface="Libre Franklin"/>
                <a:sym typeface="Libre Franklin"/>
              </a:defRPr>
            </a:lvl8pPr>
            <a:lvl9pPr marL="4114800" marR="0" lvl="8" indent="-295275" algn="l" rtl="0">
              <a:lnSpc>
                <a:spcPct val="94000"/>
              </a:lnSpc>
              <a:spcBef>
                <a:spcPts val="375"/>
              </a:spcBef>
              <a:spcAft>
                <a:spcPts val="150"/>
              </a:spcAft>
              <a:buClr>
                <a:schemeClr val="dk2"/>
              </a:buClr>
              <a:buSzPts val="1050"/>
              <a:buFont typeface="Libre Franklin"/>
              <a:buChar char="■"/>
              <a:defRPr sz="1050" b="0" i="0" u="none" strike="noStrike" cap="none">
                <a:solidFill>
                  <a:schemeClr val="dk2"/>
                </a:solidFill>
                <a:latin typeface="Libre Franklin"/>
                <a:ea typeface="Libre Franklin"/>
                <a:cs typeface="Libre Franklin"/>
                <a:sym typeface="Libre Franklin"/>
              </a:defRPr>
            </a:lvl9pPr>
          </a:lstStyle>
          <a:p>
            <a:endParaRPr/>
          </a:p>
        </p:txBody>
      </p:sp>
      <p:sp>
        <p:nvSpPr>
          <p:cNvPr id="8" name="Google Shape;8;p19"/>
          <p:cNvSpPr txBox="1">
            <a:spLocks noGrp="1"/>
          </p:cNvSpPr>
          <p:nvPr>
            <p:ph type="dt" idx="10"/>
          </p:nvPr>
        </p:nvSpPr>
        <p:spPr>
          <a:xfrm>
            <a:off x="1042987" y="4840039"/>
            <a:ext cx="903429" cy="30346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dk2"/>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9" name="Google Shape;9;p19"/>
          <p:cNvSpPr txBox="1">
            <a:spLocks noGrp="1"/>
          </p:cNvSpPr>
          <p:nvPr>
            <p:ph type="ftr" idx="11"/>
          </p:nvPr>
        </p:nvSpPr>
        <p:spPr>
          <a:xfrm>
            <a:off x="2170173" y="4840039"/>
            <a:ext cx="4710623" cy="30346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dk2"/>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10" name="Google Shape;10;p19"/>
          <p:cNvSpPr txBox="1">
            <a:spLocks noGrp="1"/>
          </p:cNvSpPr>
          <p:nvPr>
            <p:ph type="sldNum" idx="12"/>
          </p:nvPr>
        </p:nvSpPr>
        <p:spPr>
          <a:xfrm>
            <a:off x="7104552" y="4840039"/>
            <a:ext cx="1197219" cy="303461"/>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Clr>
                <a:schemeClr val="dk2"/>
              </a:buClr>
              <a:buSzPts val="900"/>
              <a:buFont typeface="Libre Franklin"/>
              <a:buNone/>
              <a:defRPr sz="900" b="0" i="0" u="none" strike="noStrike" cap="none">
                <a:solidFill>
                  <a:schemeClr val="dk2"/>
                </a:solidFill>
                <a:latin typeface="Libre Franklin"/>
                <a:ea typeface="Libre Franklin"/>
                <a:cs typeface="Libre Franklin"/>
                <a:sym typeface="Libre Franklin"/>
              </a:defRPr>
            </a:lvl1pPr>
            <a:lvl2pPr marL="0" marR="0" lvl="1" indent="0" algn="r" rtl="0">
              <a:spcBef>
                <a:spcPts val="0"/>
              </a:spcBef>
              <a:spcAft>
                <a:spcPts val="0"/>
              </a:spcAft>
              <a:buClr>
                <a:schemeClr val="dk2"/>
              </a:buClr>
              <a:buSzPts val="900"/>
              <a:buFont typeface="Libre Franklin"/>
              <a:buNone/>
              <a:defRPr sz="900" b="0" i="0" u="none" strike="noStrike" cap="none">
                <a:solidFill>
                  <a:schemeClr val="dk2"/>
                </a:solidFill>
                <a:latin typeface="Libre Franklin"/>
                <a:ea typeface="Libre Franklin"/>
                <a:cs typeface="Libre Franklin"/>
                <a:sym typeface="Libre Franklin"/>
              </a:defRPr>
            </a:lvl2pPr>
            <a:lvl3pPr marL="0" marR="0" lvl="2" indent="0" algn="r" rtl="0">
              <a:spcBef>
                <a:spcPts val="0"/>
              </a:spcBef>
              <a:spcAft>
                <a:spcPts val="0"/>
              </a:spcAft>
              <a:buClr>
                <a:schemeClr val="dk2"/>
              </a:buClr>
              <a:buSzPts val="900"/>
              <a:buFont typeface="Libre Franklin"/>
              <a:buNone/>
              <a:defRPr sz="900" b="0" i="0" u="none" strike="noStrike" cap="none">
                <a:solidFill>
                  <a:schemeClr val="dk2"/>
                </a:solidFill>
                <a:latin typeface="Libre Franklin"/>
                <a:ea typeface="Libre Franklin"/>
                <a:cs typeface="Libre Franklin"/>
                <a:sym typeface="Libre Franklin"/>
              </a:defRPr>
            </a:lvl3pPr>
            <a:lvl4pPr marL="0" marR="0" lvl="3" indent="0" algn="r" rtl="0">
              <a:spcBef>
                <a:spcPts val="0"/>
              </a:spcBef>
              <a:spcAft>
                <a:spcPts val="0"/>
              </a:spcAft>
              <a:buClr>
                <a:schemeClr val="dk2"/>
              </a:buClr>
              <a:buSzPts val="900"/>
              <a:buFont typeface="Libre Franklin"/>
              <a:buNone/>
              <a:defRPr sz="900" b="0" i="0" u="none" strike="noStrike" cap="none">
                <a:solidFill>
                  <a:schemeClr val="dk2"/>
                </a:solidFill>
                <a:latin typeface="Libre Franklin"/>
                <a:ea typeface="Libre Franklin"/>
                <a:cs typeface="Libre Franklin"/>
                <a:sym typeface="Libre Franklin"/>
              </a:defRPr>
            </a:lvl4pPr>
            <a:lvl5pPr marL="0" marR="0" lvl="4" indent="0" algn="r" rtl="0">
              <a:spcBef>
                <a:spcPts val="0"/>
              </a:spcBef>
              <a:spcAft>
                <a:spcPts val="0"/>
              </a:spcAft>
              <a:buClr>
                <a:schemeClr val="dk2"/>
              </a:buClr>
              <a:buSzPts val="900"/>
              <a:buFont typeface="Libre Franklin"/>
              <a:buNone/>
              <a:defRPr sz="900" b="0" i="0" u="none" strike="noStrike" cap="none">
                <a:solidFill>
                  <a:schemeClr val="dk2"/>
                </a:solidFill>
                <a:latin typeface="Libre Franklin"/>
                <a:ea typeface="Libre Franklin"/>
                <a:cs typeface="Libre Franklin"/>
                <a:sym typeface="Libre Franklin"/>
              </a:defRPr>
            </a:lvl5pPr>
            <a:lvl6pPr marL="0" marR="0" lvl="5" indent="0" algn="r" rtl="0">
              <a:spcBef>
                <a:spcPts val="0"/>
              </a:spcBef>
              <a:spcAft>
                <a:spcPts val="0"/>
              </a:spcAft>
              <a:buClr>
                <a:schemeClr val="dk2"/>
              </a:buClr>
              <a:buSzPts val="900"/>
              <a:buFont typeface="Libre Franklin"/>
              <a:buNone/>
              <a:defRPr sz="900" b="0" i="0" u="none" strike="noStrike" cap="none">
                <a:solidFill>
                  <a:schemeClr val="dk2"/>
                </a:solidFill>
                <a:latin typeface="Libre Franklin"/>
                <a:ea typeface="Libre Franklin"/>
                <a:cs typeface="Libre Franklin"/>
                <a:sym typeface="Libre Franklin"/>
              </a:defRPr>
            </a:lvl6pPr>
            <a:lvl7pPr marL="0" marR="0" lvl="6" indent="0" algn="r" rtl="0">
              <a:spcBef>
                <a:spcPts val="0"/>
              </a:spcBef>
              <a:spcAft>
                <a:spcPts val="0"/>
              </a:spcAft>
              <a:buClr>
                <a:schemeClr val="dk2"/>
              </a:buClr>
              <a:buSzPts val="900"/>
              <a:buFont typeface="Libre Franklin"/>
              <a:buNone/>
              <a:defRPr sz="900" b="0" i="0" u="none" strike="noStrike" cap="none">
                <a:solidFill>
                  <a:schemeClr val="dk2"/>
                </a:solidFill>
                <a:latin typeface="Libre Franklin"/>
                <a:ea typeface="Libre Franklin"/>
                <a:cs typeface="Libre Franklin"/>
                <a:sym typeface="Libre Franklin"/>
              </a:defRPr>
            </a:lvl7pPr>
            <a:lvl8pPr marL="0" marR="0" lvl="7" indent="0" algn="r" rtl="0">
              <a:spcBef>
                <a:spcPts val="0"/>
              </a:spcBef>
              <a:spcAft>
                <a:spcPts val="0"/>
              </a:spcAft>
              <a:buClr>
                <a:schemeClr val="dk2"/>
              </a:buClr>
              <a:buSzPts val="900"/>
              <a:buFont typeface="Libre Franklin"/>
              <a:buNone/>
              <a:defRPr sz="900" b="0" i="0" u="none" strike="noStrike" cap="none">
                <a:solidFill>
                  <a:schemeClr val="dk2"/>
                </a:solidFill>
                <a:latin typeface="Libre Franklin"/>
                <a:ea typeface="Libre Franklin"/>
                <a:cs typeface="Libre Franklin"/>
                <a:sym typeface="Libre Franklin"/>
              </a:defRPr>
            </a:lvl8pPr>
            <a:lvl9pPr marL="0" marR="0" lvl="8" indent="0" algn="r" rtl="0">
              <a:spcBef>
                <a:spcPts val="0"/>
              </a:spcBef>
              <a:spcAft>
                <a:spcPts val="0"/>
              </a:spcAft>
              <a:buClr>
                <a:schemeClr val="dk2"/>
              </a:buClr>
              <a:buSzPts val="900"/>
              <a:buFont typeface="Libre Franklin"/>
              <a:buNone/>
              <a:defRPr sz="900" b="0" i="0" u="none" strike="noStrike" cap="none">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11" name="Google Shape;11;p19" title="Side bar"/>
          <p:cNvSpPr/>
          <p:nvPr/>
        </p:nvSpPr>
        <p:spPr>
          <a:xfrm>
            <a:off x="358571" y="282"/>
            <a:ext cx="17145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368">
          <p15:clr>
            <a:srgbClr val="F26B43"/>
          </p15:clr>
        </p15:guide>
        <p15:guide id="2" orient="horz" pos="1440">
          <p15:clr>
            <a:srgbClr val="F26B43"/>
          </p15:clr>
        </p15:guide>
        <p15:guide id="3" orient="horz" pos="3696">
          <p15:clr>
            <a:srgbClr val="F26B43"/>
          </p15:clr>
        </p15:guide>
        <p15:guide id="4" orient="horz" pos="432">
          <p15:clr>
            <a:srgbClr val="F26B43"/>
          </p15:clr>
        </p15:guide>
        <p15:guide id="5" orient="horz" pos="1512">
          <p15:clr>
            <a:srgbClr val="F26B43"/>
          </p15:clr>
        </p15:guide>
        <p15:guide id="6" pos="6912">
          <p15:clr>
            <a:srgbClr val="F26B43"/>
          </p15:clr>
        </p15:guide>
        <p15:guide id="7" pos="936">
          <p15:clr>
            <a:srgbClr val="F26B43"/>
          </p15:clr>
        </p15:guide>
        <p15:guide id="8"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3-Musketeer/Predicting-California-Wildfire"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colab.research.google.com/drive/1Zn9SgMwE6fVZ6wcF5H-V4tJXQPWxlYzv?authuser=4#scrollTo=zty8Mjqgz1mY"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hemeOverride" Target="../theme/themeOverride1.xml"/><Relationship Id="rId5" Type="http://schemas.openxmlformats.org/officeDocument/2006/relationships/hyperlink" Target="https://youtu.be/Xsv1V4MFgWQ" TargetMode="External"/><Relationship Id="rId4" Type="http://schemas.openxmlformats.org/officeDocument/2006/relationships/image" Target="../media/image11.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
        <p:cNvGrpSpPr/>
        <p:nvPr/>
      </p:nvGrpSpPr>
      <p:grpSpPr>
        <a:xfrm>
          <a:off x="0" y="0"/>
          <a:ext cx="0" cy="0"/>
          <a:chOff x="0" y="0"/>
          <a:chExt cx="0" cy="0"/>
        </a:xfrm>
      </p:grpSpPr>
      <p:sp>
        <p:nvSpPr>
          <p:cNvPr id="93" name="Google Shape;93;p1"/>
          <p:cNvSpPr/>
          <p:nvPr/>
        </p:nvSpPr>
        <p:spPr>
          <a:xfrm>
            <a:off x="7034" y="7034"/>
            <a:ext cx="9144000" cy="5143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Franklin"/>
              <a:ea typeface="Libre Franklin"/>
              <a:cs typeface="Libre Franklin"/>
              <a:sym typeface="Libre Franklin"/>
            </a:endParaRPr>
          </a:p>
        </p:txBody>
      </p:sp>
      <p:grpSp>
        <p:nvGrpSpPr>
          <p:cNvPr id="94" name="Google Shape;94;p1"/>
          <p:cNvGrpSpPr/>
          <p:nvPr/>
        </p:nvGrpSpPr>
        <p:grpSpPr>
          <a:xfrm>
            <a:off x="564643" y="558351"/>
            <a:ext cx="8005589" cy="4012254"/>
            <a:chOff x="752858" y="744469"/>
            <a:chExt cx="10674116" cy="5349671"/>
          </a:xfrm>
        </p:grpSpPr>
        <p:sp>
          <p:nvSpPr>
            <p:cNvPr id="95" name="Google Shape;95;p1"/>
            <p:cNvSpPr/>
            <p:nvPr/>
          </p:nvSpPr>
          <p:spPr>
            <a:xfrm>
              <a:off x="8151962" y="1685652"/>
              <a:ext cx="3275013" cy="4408488"/>
            </a:xfrm>
            <a:custGeom>
              <a:avLst/>
              <a:gdLst/>
              <a:ahLst/>
              <a:cxnLst/>
              <a:rect l="l" t="t" r="r" b="b"/>
              <a:pathLst>
                <a:path w="10000" h="10000" extrusionOk="0">
                  <a:moveTo>
                    <a:pt x="8761" y="0"/>
                  </a:moveTo>
                  <a:lnTo>
                    <a:pt x="10000" y="0"/>
                  </a:lnTo>
                  <a:lnTo>
                    <a:pt x="10000" y="10000"/>
                  </a:lnTo>
                  <a:lnTo>
                    <a:pt x="0" y="10000"/>
                  </a:lnTo>
                  <a:lnTo>
                    <a:pt x="0" y="9126"/>
                  </a:lnTo>
                  <a:lnTo>
                    <a:pt x="8761" y="9127"/>
                  </a:lnTo>
                  <a:lnTo>
                    <a:pt x="8761" y="0"/>
                  </a:lnTo>
                  <a:close/>
                </a:path>
              </a:pathLst>
            </a:custGeom>
            <a:solidFill>
              <a:schemeClr val="dk2"/>
            </a:solidFill>
            <a:ln>
              <a:noFill/>
            </a:ln>
          </p:spPr>
        </p:sp>
        <p:sp>
          <p:nvSpPr>
            <p:cNvPr id="96" name="Google Shape;96;p1"/>
            <p:cNvSpPr/>
            <p:nvPr/>
          </p:nvSpPr>
          <p:spPr>
            <a:xfrm rot="10800000">
              <a:off x="752858" y="744469"/>
              <a:ext cx="3275668" cy="4408488"/>
            </a:xfrm>
            <a:custGeom>
              <a:avLst/>
              <a:gdLst/>
              <a:ahLst/>
              <a:cxnLst/>
              <a:rect l="l" t="t" r="r" b="b"/>
              <a:pathLst>
                <a:path w="10002" h="10000" extrusionOk="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 name="Google Shape;97;p1"/>
          <p:cNvSpPr txBox="1">
            <a:spLocks noGrp="1"/>
          </p:cNvSpPr>
          <p:nvPr>
            <p:ph type="ctrTitle"/>
          </p:nvPr>
        </p:nvSpPr>
        <p:spPr>
          <a:xfrm>
            <a:off x="1108890" y="1110697"/>
            <a:ext cx="4313653" cy="2886391"/>
          </a:xfrm>
          <a:prstGeom prst="rect">
            <a:avLst/>
          </a:prstGeom>
          <a:noFill/>
          <a:ln>
            <a:noFill/>
          </a:ln>
        </p:spPr>
        <p:txBody>
          <a:bodyPr spcFirstLastPara="1" wrap="square" lIns="91425" tIns="91425" rIns="91425" bIns="91425" anchor="ctr" anchorCtr="0">
            <a:normAutofit/>
          </a:bodyPr>
          <a:lstStyle/>
          <a:p>
            <a:pPr marL="0" lvl="0" indent="0" algn="r" rtl="0">
              <a:lnSpc>
                <a:spcPct val="89000"/>
              </a:lnSpc>
              <a:spcBef>
                <a:spcPts val="0"/>
              </a:spcBef>
              <a:spcAft>
                <a:spcPts val="0"/>
              </a:spcAft>
              <a:buClr>
                <a:schemeClr val="dk2"/>
              </a:buClr>
              <a:buSzPts val="4600"/>
              <a:buFont typeface="Libre Franklin"/>
              <a:buNone/>
            </a:pPr>
            <a:endParaRPr sz="4600" b="0" dirty="0">
              <a:latin typeface="Lato"/>
              <a:ea typeface="Lato"/>
              <a:cs typeface="Lato"/>
              <a:sym typeface="Lato"/>
            </a:endParaRPr>
          </a:p>
          <a:p>
            <a:pPr marL="0" lvl="0" indent="0" algn="r" rtl="0">
              <a:lnSpc>
                <a:spcPct val="89000"/>
              </a:lnSpc>
              <a:spcBef>
                <a:spcPts val="0"/>
              </a:spcBef>
              <a:spcAft>
                <a:spcPts val="0"/>
              </a:spcAft>
              <a:buClr>
                <a:schemeClr val="dk2"/>
              </a:buClr>
              <a:buSzPts val="4600"/>
              <a:buFont typeface="Libre Franklin"/>
              <a:buNone/>
            </a:pPr>
            <a:br>
              <a:rPr lang="en-US" sz="4600" dirty="0"/>
            </a:br>
            <a:r>
              <a:rPr lang="en-US" sz="4600" dirty="0"/>
              <a:t>FOREST FIRE PREDICTION</a:t>
            </a:r>
            <a:endParaRPr dirty="0"/>
          </a:p>
        </p:txBody>
      </p:sp>
      <p:sp>
        <p:nvSpPr>
          <p:cNvPr id="98" name="Google Shape;98;p1"/>
          <p:cNvSpPr txBox="1">
            <a:spLocks noGrp="1"/>
          </p:cNvSpPr>
          <p:nvPr>
            <p:ph type="subTitle" idx="1"/>
          </p:nvPr>
        </p:nvSpPr>
        <p:spPr>
          <a:xfrm>
            <a:off x="6113972" y="1673776"/>
            <a:ext cx="1945206" cy="2886392"/>
          </a:xfrm>
          <a:prstGeom prst="rect">
            <a:avLst/>
          </a:prstGeom>
          <a:noFill/>
          <a:ln>
            <a:noFill/>
          </a:ln>
        </p:spPr>
        <p:txBody>
          <a:bodyPr spcFirstLastPara="1" wrap="square" lIns="91425" tIns="91425" rIns="91425" bIns="91425" anchor="ctr" anchorCtr="0">
            <a:normAutofit/>
          </a:bodyPr>
          <a:lstStyle/>
          <a:p>
            <a:pPr marL="0" lvl="0" indent="0" algn="l" rtl="0">
              <a:lnSpc>
                <a:spcPct val="102000"/>
              </a:lnSpc>
              <a:spcBef>
                <a:spcPts val="0"/>
              </a:spcBef>
              <a:spcAft>
                <a:spcPts val="0"/>
              </a:spcAft>
              <a:buClr>
                <a:schemeClr val="dk2"/>
              </a:buClr>
              <a:buSzPts val="1600"/>
              <a:buNone/>
            </a:pPr>
            <a:r>
              <a:rPr lang="en-US" sz="1600" dirty="0"/>
              <a:t>By</a:t>
            </a:r>
            <a:endParaRPr dirty="0"/>
          </a:p>
          <a:p>
            <a:pPr marL="0" lvl="0" indent="0" algn="l" rtl="0">
              <a:lnSpc>
                <a:spcPct val="102000"/>
              </a:lnSpc>
              <a:spcBef>
                <a:spcPts val="600"/>
              </a:spcBef>
              <a:spcAft>
                <a:spcPts val="0"/>
              </a:spcAft>
              <a:buClr>
                <a:schemeClr val="dk2"/>
              </a:buClr>
              <a:buSzPts val="1600"/>
              <a:buNone/>
            </a:pPr>
            <a:endParaRPr sz="1600" dirty="0"/>
          </a:p>
          <a:p>
            <a:pPr marL="0" lvl="0" indent="0" algn="l" rtl="0">
              <a:lnSpc>
                <a:spcPct val="102000"/>
              </a:lnSpc>
              <a:spcBef>
                <a:spcPts val="600"/>
              </a:spcBef>
              <a:spcAft>
                <a:spcPts val="0"/>
              </a:spcAft>
              <a:buClr>
                <a:schemeClr val="dk2"/>
              </a:buClr>
              <a:buSzPts val="1600"/>
              <a:buNone/>
            </a:pPr>
            <a:r>
              <a:rPr lang="en-US" sz="1600" dirty="0"/>
              <a:t>Kumuda B G Murthy </a:t>
            </a:r>
            <a:endParaRPr dirty="0"/>
          </a:p>
          <a:p>
            <a:pPr marL="0" lvl="0" indent="0" algn="l" rtl="0">
              <a:lnSpc>
                <a:spcPct val="102000"/>
              </a:lnSpc>
              <a:spcBef>
                <a:spcPts val="600"/>
              </a:spcBef>
              <a:spcAft>
                <a:spcPts val="0"/>
              </a:spcAft>
              <a:buClr>
                <a:schemeClr val="dk2"/>
              </a:buClr>
              <a:buSzPts val="1600"/>
              <a:buNone/>
            </a:pPr>
            <a:r>
              <a:rPr lang="en-US" sz="1600" dirty="0"/>
              <a:t>Raghava D </a:t>
            </a:r>
            <a:r>
              <a:rPr lang="en-US" sz="1600" dirty="0" err="1"/>
              <a:t>Urs</a:t>
            </a:r>
            <a:endParaRPr lang="en-US" sz="1600" dirty="0"/>
          </a:p>
          <a:p>
            <a:pPr marL="0" lvl="0" indent="0" algn="l" rtl="0">
              <a:lnSpc>
                <a:spcPct val="102000"/>
              </a:lnSpc>
              <a:spcBef>
                <a:spcPts val="600"/>
              </a:spcBef>
              <a:spcAft>
                <a:spcPts val="0"/>
              </a:spcAft>
              <a:buClr>
                <a:schemeClr val="dk2"/>
              </a:buClr>
              <a:buSzPts val="1600"/>
              <a:buNone/>
            </a:pPr>
            <a:r>
              <a:rPr lang="en-US" sz="1600" dirty="0"/>
              <a:t>Shiv Kumar Ganesh</a:t>
            </a:r>
            <a:endParaRPr dirty="0"/>
          </a:p>
          <a:p>
            <a:pPr marL="0" lvl="0" indent="0" algn="l" rtl="0">
              <a:lnSpc>
                <a:spcPct val="102000"/>
              </a:lnSpc>
              <a:spcBef>
                <a:spcPts val="600"/>
              </a:spcBef>
              <a:spcAft>
                <a:spcPts val="600"/>
              </a:spcAft>
              <a:buClr>
                <a:schemeClr val="dk2"/>
              </a:buClr>
              <a:buSzPts val="1600"/>
              <a:buNone/>
            </a:pPr>
            <a:endParaRPr sz="1600" dirty="0"/>
          </a:p>
        </p:txBody>
      </p:sp>
      <p:cxnSp>
        <p:nvCxnSpPr>
          <p:cNvPr id="99" name="Google Shape;99;p1"/>
          <p:cNvCxnSpPr/>
          <p:nvPr/>
        </p:nvCxnSpPr>
        <p:spPr>
          <a:xfrm>
            <a:off x="5756223" y="1791268"/>
            <a:ext cx="0" cy="1392072"/>
          </a:xfrm>
          <a:prstGeom prst="straightConnector1">
            <a:avLst/>
          </a:prstGeom>
          <a:noFill/>
          <a:ln w="25400" cap="sq" cmpd="sng">
            <a:solidFill>
              <a:schemeClr val="dk1"/>
            </a:solidFill>
            <a:prstDash val="solid"/>
            <a:miter lim="800000"/>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3"/>
        <p:cNvGrpSpPr/>
        <p:nvPr/>
      </p:nvGrpSpPr>
      <p:grpSpPr>
        <a:xfrm>
          <a:off x="0" y="0"/>
          <a:ext cx="0" cy="0"/>
          <a:chOff x="0" y="0"/>
          <a:chExt cx="0" cy="0"/>
        </a:xfrm>
      </p:grpSpPr>
      <p:sp>
        <p:nvSpPr>
          <p:cNvPr id="104" name="Google Shape;104;p2"/>
          <p:cNvSpPr txBox="1">
            <a:spLocks noGrp="1"/>
          </p:cNvSpPr>
          <p:nvPr>
            <p:ph type="title"/>
          </p:nvPr>
        </p:nvSpPr>
        <p:spPr>
          <a:xfrm>
            <a:off x="1028700" y="514350"/>
            <a:ext cx="7200900" cy="1114425"/>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3300"/>
              <a:buFont typeface="Libre Franklin"/>
              <a:buNone/>
            </a:pPr>
            <a:r>
              <a:rPr lang="en-US"/>
              <a:t>Significance to the real world</a:t>
            </a:r>
            <a:endParaRPr/>
          </a:p>
        </p:txBody>
      </p:sp>
      <p:sp>
        <p:nvSpPr>
          <p:cNvPr id="105" name="Google Shape;105;p2"/>
          <p:cNvSpPr txBox="1">
            <a:spLocks noGrp="1"/>
          </p:cNvSpPr>
          <p:nvPr>
            <p:ph type="title" idx="4294967295"/>
          </p:nvPr>
        </p:nvSpPr>
        <p:spPr>
          <a:xfrm>
            <a:off x="1028700" y="1521570"/>
            <a:ext cx="7688262" cy="2538413"/>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1800"/>
              <a:buFont typeface="Libre Franklin"/>
              <a:buNone/>
            </a:pPr>
            <a:r>
              <a:rPr lang="en-US" sz="1800"/>
              <a:t>Forests and wildlife plays an important role in our ecosystem. These vegetation needs to be saved and harnessed for the well-being of all animal life. This is what we leave as a legacy for the future generations. There is an imminent need to control and avoid these outraging fires which destroy the flora and fauna. Wildfires also lead to an economic damage and its necessary to prevent these for economic wellbeing as well.</a:t>
            </a:r>
            <a:endParaRPr sz="1800"/>
          </a:p>
          <a:p>
            <a:pPr marL="0" lvl="0" indent="0" algn="l" rtl="0">
              <a:lnSpc>
                <a:spcPct val="89000"/>
              </a:lnSpc>
              <a:spcBef>
                <a:spcPts val="0"/>
              </a:spcBef>
              <a:spcAft>
                <a:spcPts val="0"/>
              </a:spcAft>
              <a:buClr>
                <a:schemeClr val="dk2"/>
              </a:buClr>
              <a:buSzPts val="3300"/>
              <a:buFont typeface="Libre Franklin"/>
              <a:buNone/>
            </a:pPr>
            <a:endParaRPr/>
          </a:p>
          <a:p>
            <a:pPr marL="0" lvl="0" indent="0" algn="l" rtl="0">
              <a:lnSpc>
                <a:spcPct val="89000"/>
              </a:lnSpc>
              <a:spcBef>
                <a:spcPts val="0"/>
              </a:spcBef>
              <a:spcAft>
                <a:spcPts val="0"/>
              </a:spcAft>
              <a:buClr>
                <a:schemeClr val="dk2"/>
              </a:buClr>
              <a:buSzPts val="3300"/>
              <a:buFont typeface="Libre Franklin"/>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9"/>
        <p:cNvGrpSpPr/>
        <p:nvPr/>
      </p:nvGrpSpPr>
      <p:grpSpPr>
        <a:xfrm>
          <a:off x="0" y="0"/>
          <a:ext cx="0" cy="0"/>
          <a:chOff x="0" y="0"/>
          <a:chExt cx="0" cy="0"/>
        </a:xfrm>
      </p:grpSpPr>
      <p:sp>
        <p:nvSpPr>
          <p:cNvPr id="110" name="Google Shape;110;p3"/>
          <p:cNvSpPr txBox="1">
            <a:spLocks noGrp="1"/>
          </p:cNvSpPr>
          <p:nvPr>
            <p:ph type="title"/>
          </p:nvPr>
        </p:nvSpPr>
        <p:spPr>
          <a:xfrm>
            <a:off x="814321" y="118148"/>
            <a:ext cx="7200900" cy="1114425"/>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3300"/>
              <a:buFont typeface="Libre Franklin"/>
              <a:buNone/>
            </a:pPr>
            <a:r>
              <a:rPr lang="en-US" dirty="0"/>
              <a:t>Big Data and Tools Used</a:t>
            </a:r>
            <a:endParaRPr dirty="0"/>
          </a:p>
        </p:txBody>
      </p:sp>
      <p:sp>
        <p:nvSpPr>
          <p:cNvPr id="111" name="Google Shape;111;p3"/>
          <p:cNvSpPr txBox="1">
            <a:spLocks noGrp="1"/>
          </p:cNvSpPr>
          <p:nvPr>
            <p:ph type="title" idx="4294967295"/>
          </p:nvPr>
        </p:nvSpPr>
        <p:spPr>
          <a:xfrm>
            <a:off x="814321" y="1095968"/>
            <a:ext cx="8170960" cy="2538412"/>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1800"/>
              <a:buFont typeface="Libre Franklin"/>
              <a:buNone/>
            </a:pPr>
            <a:r>
              <a:rPr lang="en-US" sz="1800" b="0" dirty="0"/>
              <a:t>Data Size	 : 22 years of weather and forest fire data from 1998 to 		  </a:t>
            </a:r>
            <a:r>
              <a:rPr lang="en-US" sz="1800" dirty="0"/>
              <a:t>2020</a:t>
            </a:r>
            <a:endParaRPr sz="1800" b="0" dirty="0"/>
          </a:p>
          <a:p>
            <a:pPr marL="0" lvl="0" indent="0" algn="l" rtl="0">
              <a:lnSpc>
                <a:spcPct val="89000"/>
              </a:lnSpc>
              <a:spcBef>
                <a:spcPts val="0"/>
              </a:spcBef>
              <a:spcAft>
                <a:spcPts val="0"/>
              </a:spcAft>
              <a:buClr>
                <a:schemeClr val="dk2"/>
              </a:buClr>
              <a:buSzPts val="1800"/>
              <a:buFont typeface="Libre Franklin"/>
              <a:buNone/>
            </a:pPr>
            <a:r>
              <a:rPr lang="en-US" sz="1800" b="0" dirty="0"/>
              <a:t>Tools Used	 : </a:t>
            </a:r>
            <a:r>
              <a:rPr lang="en-US" sz="1800" dirty="0" err="1"/>
              <a:t>VSCode</a:t>
            </a:r>
            <a:r>
              <a:rPr lang="en-US" sz="1800" b="0" dirty="0"/>
              <a:t>, </a:t>
            </a:r>
            <a:r>
              <a:rPr lang="en-US" sz="1800" dirty="0" err="1"/>
              <a:t>Jupyter</a:t>
            </a:r>
            <a:r>
              <a:rPr lang="en-US" sz="1800" dirty="0"/>
              <a:t> Notebook, Google Collab</a:t>
            </a:r>
            <a:endParaRPr sz="1800" b="0" dirty="0"/>
          </a:p>
          <a:p>
            <a:pPr marL="0" lvl="0" indent="0" algn="l" rtl="0">
              <a:lnSpc>
                <a:spcPct val="89000"/>
              </a:lnSpc>
              <a:spcBef>
                <a:spcPts val="0"/>
              </a:spcBef>
              <a:spcAft>
                <a:spcPts val="0"/>
              </a:spcAft>
              <a:buClr>
                <a:schemeClr val="dk2"/>
              </a:buClr>
              <a:buSzPts val="1800"/>
              <a:buFont typeface="Libre Franklin"/>
              <a:buNone/>
            </a:pPr>
            <a:r>
              <a:rPr lang="en-US" sz="1800" b="0" dirty="0"/>
              <a:t>Veracity   	 : </a:t>
            </a:r>
            <a:r>
              <a:rPr lang="en-US" sz="1800" dirty="0"/>
              <a:t>Wildfire and weather data gathered from USDA and 		   NOAA website.</a:t>
            </a:r>
            <a:endParaRPr sz="1800" b="0" dirty="0"/>
          </a:p>
          <a:p>
            <a:pPr marL="0" lvl="0" indent="0" algn="l" rtl="0">
              <a:lnSpc>
                <a:spcPct val="89000"/>
              </a:lnSpc>
              <a:spcBef>
                <a:spcPts val="0"/>
              </a:spcBef>
              <a:spcAft>
                <a:spcPts val="0"/>
              </a:spcAft>
              <a:buClr>
                <a:schemeClr val="dk2"/>
              </a:buClr>
              <a:buSzPts val="1800"/>
              <a:buFont typeface="Libre Franklin"/>
              <a:buNone/>
            </a:pPr>
            <a:r>
              <a:rPr lang="en-US" sz="1800" b="0" dirty="0"/>
              <a:t>Variety 		</a:t>
            </a:r>
            <a:r>
              <a:rPr lang="en-US" sz="1800" dirty="0"/>
              <a:t> </a:t>
            </a:r>
            <a:r>
              <a:rPr lang="en-US" sz="1800" b="0" dirty="0"/>
              <a:t>: Semi-structured data from multiple CSV files(containing 		   weather and wildfire data).</a:t>
            </a:r>
            <a:endParaRPr sz="1800" b="0" dirty="0"/>
          </a:p>
          <a:p>
            <a:pPr marL="0" lvl="0" indent="0" algn="l" rtl="0">
              <a:lnSpc>
                <a:spcPct val="89000"/>
              </a:lnSpc>
              <a:spcBef>
                <a:spcPts val="0"/>
              </a:spcBef>
              <a:spcAft>
                <a:spcPts val="0"/>
              </a:spcAft>
              <a:buClr>
                <a:schemeClr val="dk2"/>
              </a:buClr>
              <a:buSzPts val="1800"/>
              <a:buFont typeface="Libre Franklin"/>
              <a:buNone/>
            </a:pPr>
            <a:r>
              <a:rPr lang="en-US" sz="1800" b="0" dirty="0"/>
              <a:t>Volume </a:t>
            </a:r>
            <a:r>
              <a:rPr lang="en-US" sz="1800" dirty="0"/>
              <a:t>	 	</a:t>
            </a:r>
            <a:r>
              <a:rPr lang="en-US" sz="1800" b="0" dirty="0"/>
              <a:t>: </a:t>
            </a:r>
            <a:r>
              <a:rPr lang="en-US" sz="1800" dirty="0"/>
              <a:t>1.8 Million+ records of wildfire</a:t>
            </a:r>
            <a:r>
              <a:rPr lang="en-US" sz="1800" b="0" dirty="0"/>
              <a:t> and 10years+ weather 		  data.</a:t>
            </a:r>
            <a:endParaRPr sz="1800" b="0" dirty="0"/>
          </a:p>
          <a:p>
            <a:pPr marL="0" lvl="0" indent="0" algn="l" rtl="0">
              <a:lnSpc>
                <a:spcPct val="89000"/>
              </a:lnSpc>
              <a:spcBef>
                <a:spcPts val="0"/>
              </a:spcBef>
              <a:spcAft>
                <a:spcPts val="0"/>
              </a:spcAft>
              <a:buClr>
                <a:schemeClr val="dk2"/>
              </a:buClr>
              <a:buSzPts val="1800"/>
              <a:buFont typeface="Libre Franklin"/>
              <a:buNone/>
            </a:pPr>
            <a:r>
              <a:rPr lang="en-US" sz="1800" b="0" dirty="0"/>
              <a:t>Velocity	</a:t>
            </a:r>
            <a:r>
              <a:rPr lang="en-US" sz="1800" dirty="0"/>
              <a:t> 	</a:t>
            </a:r>
            <a:r>
              <a:rPr lang="en-US" sz="1800" b="0" dirty="0"/>
              <a:t>: Python program using ArcGIS to gathe</a:t>
            </a:r>
            <a:r>
              <a:rPr lang="en-US" sz="1800" dirty="0"/>
              <a:t>r the data. </a:t>
            </a:r>
            <a:endParaRPr sz="1800" b="0" dirty="0"/>
          </a:p>
          <a:p>
            <a:pPr marL="0" lvl="0" indent="0" algn="l" rtl="0">
              <a:lnSpc>
                <a:spcPct val="89000"/>
              </a:lnSpc>
              <a:spcBef>
                <a:spcPts val="0"/>
              </a:spcBef>
              <a:spcAft>
                <a:spcPts val="0"/>
              </a:spcAft>
              <a:buClr>
                <a:schemeClr val="dk2"/>
              </a:buClr>
              <a:buSzPts val="3300"/>
              <a:buFont typeface="Libre Franklin"/>
              <a:buNone/>
            </a:pPr>
            <a:endParaRPr dirty="0"/>
          </a:p>
          <a:p>
            <a:pPr marL="0" lvl="0" indent="0" algn="l" rtl="0">
              <a:lnSpc>
                <a:spcPct val="89000"/>
              </a:lnSpc>
              <a:spcBef>
                <a:spcPts val="0"/>
              </a:spcBef>
              <a:spcAft>
                <a:spcPts val="0"/>
              </a:spcAft>
              <a:buClr>
                <a:schemeClr val="dk2"/>
              </a:buClr>
              <a:buSzPts val="3300"/>
              <a:buFont typeface="Libre Franklin"/>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5"/>
        <p:cNvGrpSpPr/>
        <p:nvPr/>
      </p:nvGrpSpPr>
      <p:grpSpPr>
        <a:xfrm>
          <a:off x="0" y="0"/>
          <a:ext cx="0" cy="0"/>
          <a:chOff x="0" y="0"/>
          <a:chExt cx="0" cy="0"/>
        </a:xfrm>
      </p:grpSpPr>
      <p:sp>
        <p:nvSpPr>
          <p:cNvPr id="116" name="Google Shape;116;p4"/>
          <p:cNvSpPr txBox="1">
            <a:spLocks noGrp="1"/>
          </p:cNvSpPr>
          <p:nvPr>
            <p:ph type="title"/>
          </p:nvPr>
        </p:nvSpPr>
        <p:spPr>
          <a:xfrm>
            <a:off x="588014" y="161740"/>
            <a:ext cx="7200900" cy="1114425"/>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3300"/>
              <a:buFont typeface="Libre Franklin"/>
              <a:buNone/>
            </a:pPr>
            <a:r>
              <a:rPr lang="en-US" dirty="0"/>
              <a:t>Code and Version Control</a:t>
            </a:r>
            <a:endParaRPr dirty="0"/>
          </a:p>
        </p:txBody>
      </p:sp>
      <p:sp>
        <p:nvSpPr>
          <p:cNvPr id="117" name="Google Shape;117;p4"/>
          <p:cNvSpPr txBox="1">
            <a:spLocks noGrp="1"/>
          </p:cNvSpPr>
          <p:nvPr>
            <p:ph type="title" idx="4294967295"/>
          </p:nvPr>
        </p:nvSpPr>
        <p:spPr>
          <a:xfrm>
            <a:off x="703420" y="1119466"/>
            <a:ext cx="8338130" cy="2755900"/>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1800"/>
              <a:buFont typeface="Libre Franklin"/>
              <a:buNone/>
            </a:pPr>
            <a:r>
              <a:rPr lang="en-US" sz="1800" dirty="0"/>
              <a:t>Packages	: NumPy, Pandas, Seaborn, Matplotlib, </a:t>
            </a:r>
            <a:r>
              <a:rPr lang="en-US" sz="1800" dirty="0" err="1"/>
              <a:t>Sklearn</a:t>
            </a:r>
            <a:r>
              <a:rPr lang="en-US" sz="1800" dirty="0"/>
              <a:t>, </a:t>
            </a:r>
            <a:r>
              <a:rPr lang="en-US" sz="1800" dirty="0" err="1"/>
              <a:t>Itertools</a:t>
            </a:r>
            <a:r>
              <a:rPr lang="en-US" sz="1800" dirty="0"/>
              <a:t>, 		  </a:t>
            </a:r>
            <a:r>
              <a:rPr lang="en-US" sz="1800" dirty="0" err="1"/>
              <a:t>Streamlit</a:t>
            </a:r>
            <a:endParaRPr sz="1800" dirty="0"/>
          </a:p>
          <a:p>
            <a:pPr marL="0" lvl="0" indent="0" algn="l" rtl="0">
              <a:lnSpc>
                <a:spcPct val="89000"/>
              </a:lnSpc>
              <a:spcBef>
                <a:spcPts val="0"/>
              </a:spcBef>
              <a:spcAft>
                <a:spcPts val="0"/>
              </a:spcAft>
              <a:buClr>
                <a:schemeClr val="dk2"/>
              </a:buClr>
              <a:buSzPts val="1800"/>
              <a:buFont typeface="Libre Franklin"/>
              <a:buNone/>
            </a:pPr>
            <a:r>
              <a:rPr lang="en-US" sz="1800" dirty="0"/>
              <a:t>Predictors	: Weather Data, Month, Time of day</a:t>
            </a:r>
            <a:endParaRPr sz="1800" dirty="0"/>
          </a:p>
          <a:p>
            <a:pPr marL="0" lvl="0" indent="0" algn="l" rtl="0">
              <a:lnSpc>
                <a:spcPct val="89000"/>
              </a:lnSpc>
              <a:spcBef>
                <a:spcPts val="0"/>
              </a:spcBef>
              <a:spcAft>
                <a:spcPts val="0"/>
              </a:spcAft>
              <a:buClr>
                <a:schemeClr val="dk2"/>
              </a:buClr>
              <a:buSzPts val="1800"/>
              <a:buFont typeface="Libre Franklin"/>
              <a:buNone/>
            </a:pPr>
            <a:r>
              <a:rPr lang="en-US" sz="1800" dirty="0"/>
              <a:t>Prediction	: Whether there is a probability of wildfire event occurrence</a:t>
            </a:r>
            <a:endParaRPr sz="1800" dirty="0"/>
          </a:p>
          <a:p>
            <a:pPr marL="0" lvl="0" indent="0" algn="l" rtl="0">
              <a:lnSpc>
                <a:spcPct val="89000"/>
              </a:lnSpc>
              <a:spcBef>
                <a:spcPts val="0"/>
              </a:spcBef>
              <a:spcAft>
                <a:spcPts val="0"/>
              </a:spcAft>
              <a:buClr>
                <a:schemeClr val="dk2"/>
              </a:buClr>
              <a:buSzPts val="1800"/>
              <a:buFont typeface="Libre Franklin"/>
              <a:buNone/>
            </a:pPr>
            <a:r>
              <a:rPr lang="en-US" sz="1800" dirty="0"/>
              <a:t>ML Model	: Logistic Regression, Gaussian Naïve Bayes, SVM, KNN, 		  Decision Tree</a:t>
            </a:r>
            <a:endParaRPr sz="1800" dirty="0"/>
          </a:p>
          <a:p>
            <a:pPr marL="0" lvl="0" indent="0" algn="l" rtl="0">
              <a:lnSpc>
                <a:spcPct val="89000"/>
              </a:lnSpc>
              <a:spcBef>
                <a:spcPts val="0"/>
              </a:spcBef>
              <a:spcAft>
                <a:spcPts val="0"/>
              </a:spcAft>
              <a:buClr>
                <a:schemeClr val="dk2"/>
              </a:buClr>
              <a:buSzPts val="1800"/>
              <a:buFont typeface="Libre Franklin"/>
              <a:buNone/>
            </a:pPr>
            <a:r>
              <a:rPr lang="en-US" sz="1800" dirty="0"/>
              <a:t>Version Ctrl	: </a:t>
            </a:r>
            <a:r>
              <a:rPr lang="en-US" sz="1600" u="sng" dirty="0">
                <a:solidFill>
                  <a:schemeClr val="hlink"/>
                </a:solidFill>
                <a:hlinkClick r:id="rId3">
                  <a:extLst>
                    <a:ext uri="{A12FA001-AC4F-418D-AE19-62706E023703}">
                      <ahyp:hlinkClr xmlns:ahyp="http://schemas.microsoft.com/office/drawing/2018/hyperlinkcolor" val="tx"/>
                    </a:ext>
                  </a:extLst>
                </a:hlinkClick>
              </a:rPr>
              <a:t>GitHub</a:t>
            </a:r>
            <a:endParaRPr sz="1600" u="sng" dirty="0">
              <a:solidFill>
                <a:schemeClr val="hlink"/>
              </a:solidFill>
            </a:endParaRPr>
          </a:p>
          <a:p>
            <a:pPr marL="0" lvl="0" indent="0" algn="l" rtl="0">
              <a:lnSpc>
                <a:spcPct val="89000"/>
              </a:lnSpc>
              <a:spcBef>
                <a:spcPts val="0"/>
              </a:spcBef>
              <a:spcAft>
                <a:spcPts val="0"/>
              </a:spcAft>
              <a:buClr>
                <a:schemeClr val="dk2"/>
              </a:buClr>
              <a:buSzPts val="1600"/>
              <a:buFont typeface="Libre Franklin"/>
              <a:buNone/>
            </a:pPr>
            <a:r>
              <a:rPr lang="en-US" sz="1600" dirty="0"/>
              <a:t>Google Collab	: </a:t>
            </a:r>
            <a:r>
              <a:rPr lang="en-US" sz="1600" u="sng" dirty="0">
                <a:solidFill>
                  <a:schemeClr val="hlink"/>
                </a:solidFill>
                <a:hlinkClick r:id="rId4"/>
              </a:rPr>
              <a:t>Forest fire google collab</a:t>
            </a:r>
            <a:endParaRPr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1"/>
        <p:cNvGrpSpPr/>
        <p:nvPr/>
      </p:nvGrpSpPr>
      <p:grpSpPr>
        <a:xfrm>
          <a:off x="0" y="0"/>
          <a:ext cx="0" cy="0"/>
          <a:chOff x="0" y="0"/>
          <a:chExt cx="0" cy="0"/>
        </a:xfrm>
      </p:grpSpPr>
      <p:sp>
        <p:nvSpPr>
          <p:cNvPr id="122" name="Google Shape;122;p5"/>
          <p:cNvSpPr txBox="1">
            <a:spLocks noGrp="1"/>
          </p:cNvSpPr>
          <p:nvPr>
            <p:ph type="title"/>
          </p:nvPr>
        </p:nvSpPr>
        <p:spPr>
          <a:xfrm>
            <a:off x="584650" y="149833"/>
            <a:ext cx="7200900" cy="1114425"/>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3300"/>
              <a:buFont typeface="Libre Franklin"/>
              <a:buNone/>
            </a:pPr>
            <a:r>
              <a:rPr lang="en-US" dirty="0"/>
              <a:t>KDD Architecture</a:t>
            </a:r>
            <a:endParaRPr dirty="0"/>
          </a:p>
        </p:txBody>
      </p:sp>
      <p:pic>
        <p:nvPicPr>
          <p:cNvPr id="4" name="Picture 3" descr="Diagram&#10;&#10;Description automatically generated">
            <a:extLst>
              <a:ext uri="{FF2B5EF4-FFF2-40B4-BE49-F238E27FC236}">
                <a16:creationId xmlns:a16="http://schemas.microsoft.com/office/drawing/2014/main" id="{F871C6AD-9EA4-D14D-A14E-9F59B89D8A9F}"/>
              </a:ext>
            </a:extLst>
          </p:cNvPr>
          <p:cNvPicPr>
            <a:picLocks noChangeAspect="1"/>
          </p:cNvPicPr>
          <p:nvPr/>
        </p:nvPicPr>
        <p:blipFill>
          <a:blip r:embed="rId3"/>
          <a:stretch>
            <a:fillRect/>
          </a:stretch>
        </p:blipFill>
        <p:spPr>
          <a:xfrm>
            <a:off x="829662" y="707045"/>
            <a:ext cx="6886467" cy="41318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7"/>
        <p:cNvGrpSpPr/>
        <p:nvPr/>
      </p:nvGrpSpPr>
      <p:grpSpPr>
        <a:xfrm>
          <a:off x="0" y="0"/>
          <a:ext cx="0" cy="0"/>
          <a:chOff x="0" y="0"/>
          <a:chExt cx="0" cy="0"/>
        </a:xfrm>
      </p:grpSpPr>
      <p:sp>
        <p:nvSpPr>
          <p:cNvPr id="128" name="Google Shape;128;p6"/>
          <p:cNvSpPr txBox="1">
            <a:spLocks noGrp="1"/>
          </p:cNvSpPr>
          <p:nvPr>
            <p:ph type="title"/>
          </p:nvPr>
        </p:nvSpPr>
        <p:spPr>
          <a:xfrm>
            <a:off x="772553" y="224672"/>
            <a:ext cx="7200900" cy="1114425"/>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3300"/>
              <a:buFont typeface="Libre Franklin"/>
              <a:buNone/>
            </a:pPr>
            <a:r>
              <a:rPr lang="en-US" dirty="0"/>
              <a:t>Data Collection</a:t>
            </a:r>
            <a:endParaRPr dirty="0"/>
          </a:p>
        </p:txBody>
      </p:sp>
      <p:sp>
        <p:nvSpPr>
          <p:cNvPr id="129" name="Google Shape;129;p6"/>
          <p:cNvSpPr txBox="1">
            <a:spLocks noGrp="1"/>
          </p:cNvSpPr>
          <p:nvPr>
            <p:ph type="title" idx="4294967295"/>
          </p:nvPr>
        </p:nvSpPr>
        <p:spPr>
          <a:xfrm>
            <a:off x="837868" y="1165902"/>
            <a:ext cx="7688262" cy="2538413"/>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1800"/>
              <a:buFont typeface="Libre Franklin"/>
              <a:buNone/>
            </a:pPr>
            <a:r>
              <a:rPr lang="en-US" sz="1800" b="0" dirty="0"/>
              <a:t>Source		    : </a:t>
            </a:r>
            <a:r>
              <a:rPr lang="en-US" sz="1800" dirty="0"/>
              <a:t>USDA and NOAA website</a:t>
            </a:r>
            <a:endParaRPr sz="1800" b="0" dirty="0"/>
          </a:p>
          <a:p>
            <a:pPr marL="0" lvl="0" indent="0" algn="l" rtl="0">
              <a:lnSpc>
                <a:spcPct val="89000"/>
              </a:lnSpc>
              <a:spcBef>
                <a:spcPts val="0"/>
              </a:spcBef>
              <a:spcAft>
                <a:spcPts val="0"/>
              </a:spcAft>
              <a:buClr>
                <a:schemeClr val="dk2"/>
              </a:buClr>
              <a:buSzPts val="1800"/>
              <a:buFont typeface="Libre Franklin"/>
              <a:buNone/>
            </a:pPr>
            <a:r>
              <a:rPr lang="en-US" sz="1800" b="0" dirty="0"/>
              <a:t>Data Size	    : 22 years of weather and forest fire data,</a:t>
            </a:r>
            <a:r>
              <a:rPr lang="en-US" sz="1800" dirty="0"/>
              <a:t> 1998</a:t>
            </a:r>
            <a:r>
              <a:rPr lang="en-US" sz="1800" b="0" dirty="0"/>
              <a:t> to 			      2020</a:t>
            </a:r>
            <a:endParaRPr sz="1800" b="0" dirty="0"/>
          </a:p>
          <a:p>
            <a:pPr marL="0" lvl="0" indent="0" algn="l" rtl="0">
              <a:lnSpc>
                <a:spcPct val="89000"/>
              </a:lnSpc>
              <a:spcBef>
                <a:spcPts val="0"/>
              </a:spcBef>
              <a:spcAft>
                <a:spcPts val="0"/>
              </a:spcAft>
              <a:buClr>
                <a:schemeClr val="dk2"/>
              </a:buClr>
              <a:buSzPts val="1800"/>
              <a:buFont typeface="Libre Franklin"/>
              <a:buNone/>
            </a:pPr>
            <a:r>
              <a:rPr lang="en-US" sz="1800" b="0" dirty="0"/>
              <a:t>Data Format     	    : Semi-structured</a:t>
            </a:r>
            <a:endParaRPr sz="1800" b="0" dirty="0"/>
          </a:p>
          <a:p>
            <a:pPr marL="0" lvl="0" indent="0" algn="l" rtl="0">
              <a:lnSpc>
                <a:spcPct val="89000"/>
              </a:lnSpc>
              <a:spcBef>
                <a:spcPts val="0"/>
              </a:spcBef>
              <a:spcAft>
                <a:spcPts val="0"/>
              </a:spcAft>
              <a:buClr>
                <a:schemeClr val="dk2"/>
              </a:buClr>
              <a:buSzPts val="1800"/>
              <a:buFont typeface="Libre Franklin"/>
              <a:buNone/>
            </a:pPr>
            <a:endParaRPr sz="1800" b="0" dirty="0"/>
          </a:p>
          <a:p>
            <a:pPr marL="0" lvl="0" indent="0" algn="l" rtl="0">
              <a:lnSpc>
                <a:spcPct val="89000"/>
              </a:lnSpc>
              <a:spcBef>
                <a:spcPts val="0"/>
              </a:spcBef>
              <a:spcAft>
                <a:spcPts val="0"/>
              </a:spcAft>
              <a:buClr>
                <a:schemeClr val="dk2"/>
              </a:buClr>
              <a:buSzPts val="2400"/>
              <a:buFont typeface="Libre Franklin"/>
              <a:buNone/>
            </a:pPr>
            <a:r>
              <a:rPr lang="en-US" sz="2400" b="0" dirty="0"/>
              <a:t>				 </a:t>
            </a:r>
            <a:endParaRPr sz="2400" b="0" dirty="0">
              <a:highlight>
                <a:srgbClr val="FFFF00"/>
              </a:highlight>
            </a:endParaRPr>
          </a:p>
          <a:p>
            <a:pPr marL="0" lvl="0" indent="0" algn="l" rtl="0">
              <a:lnSpc>
                <a:spcPct val="89000"/>
              </a:lnSpc>
              <a:spcBef>
                <a:spcPts val="0"/>
              </a:spcBef>
              <a:spcAft>
                <a:spcPts val="0"/>
              </a:spcAft>
              <a:buClr>
                <a:schemeClr val="dk2"/>
              </a:buClr>
              <a:buSzPts val="3300"/>
              <a:buFont typeface="Libre Franklin"/>
              <a:buNone/>
            </a:pPr>
            <a:endParaRPr dirty="0"/>
          </a:p>
          <a:p>
            <a:pPr marL="0" lvl="0" indent="0" algn="l" rtl="0">
              <a:lnSpc>
                <a:spcPct val="89000"/>
              </a:lnSpc>
              <a:spcBef>
                <a:spcPts val="0"/>
              </a:spcBef>
              <a:spcAft>
                <a:spcPts val="0"/>
              </a:spcAft>
              <a:buClr>
                <a:schemeClr val="dk2"/>
              </a:buClr>
              <a:buSzPts val="3300"/>
              <a:buFont typeface="Libre Franklin"/>
              <a:buNone/>
            </a:pPr>
            <a:endParaRPr dirty="0"/>
          </a:p>
          <a:p>
            <a:pPr marL="0" lvl="0" indent="0" algn="l" rtl="0">
              <a:lnSpc>
                <a:spcPct val="89000"/>
              </a:lnSpc>
              <a:spcBef>
                <a:spcPts val="0"/>
              </a:spcBef>
              <a:spcAft>
                <a:spcPts val="0"/>
              </a:spcAft>
              <a:buClr>
                <a:schemeClr val="dk2"/>
              </a:buClr>
              <a:buSzPts val="3300"/>
              <a:buFont typeface="Libre Franklin"/>
              <a:buNone/>
            </a:pPr>
            <a:endParaRPr dirty="0"/>
          </a:p>
        </p:txBody>
      </p:sp>
      <p:pic>
        <p:nvPicPr>
          <p:cNvPr id="130" name="Google Shape;130;p6"/>
          <p:cNvPicPr preferRelativeResize="0"/>
          <p:nvPr/>
        </p:nvPicPr>
        <p:blipFill rotWithShape="1">
          <a:blip r:embed="rId3">
            <a:alphaModFix/>
          </a:blip>
          <a:srcRect/>
          <a:stretch/>
        </p:blipFill>
        <p:spPr>
          <a:xfrm>
            <a:off x="1886484" y="2435108"/>
            <a:ext cx="5371032" cy="231200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4"/>
        <p:cNvGrpSpPr/>
        <p:nvPr/>
      </p:nvGrpSpPr>
      <p:grpSpPr>
        <a:xfrm>
          <a:off x="0" y="0"/>
          <a:ext cx="0" cy="0"/>
          <a:chOff x="0" y="0"/>
          <a:chExt cx="0" cy="0"/>
        </a:xfrm>
      </p:grpSpPr>
      <p:sp>
        <p:nvSpPr>
          <p:cNvPr id="135" name="Google Shape;135;p7"/>
          <p:cNvSpPr txBox="1">
            <a:spLocks noGrp="1"/>
          </p:cNvSpPr>
          <p:nvPr>
            <p:ph type="title"/>
          </p:nvPr>
        </p:nvSpPr>
        <p:spPr>
          <a:xfrm>
            <a:off x="758356" y="166863"/>
            <a:ext cx="7200900" cy="569567"/>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3300"/>
              <a:buFont typeface="Libre Franklin"/>
              <a:buNone/>
            </a:pPr>
            <a:r>
              <a:rPr lang="en-US"/>
              <a:t>Exploratory Data Analysis</a:t>
            </a:r>
            <a:br>
              <a:rPr lang="en-US"/>
            </a:br>
            <a:br>
              <a:rPr lang="en-US"/>
            </a:br>
            <a:endParaRPr/>
          </a:p>
        </p:txBody>
      </p:sp>
      <p:sp>
        <p:nvSpPr>
          <p:cNvPr id="136" name="Google Shape;136;p7"/>
          <p:cNvSpPr txBox="1">
            <a:spLocks noGrp="1"/>
          </p:cNvSpPr>
          <p:nvPr>
            <p:ph type="title" idx="4294967295"/>
          </p:nvPr>
        </p:nvSpPr>
        <p:spPr>
          <a:xfrm>
            <a:off x="1455738" y="1797050"/>
            <a:ext cx="7688262" cy="2927350"/>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1800"/>
              <a:buFont typeface="Libre Franklin"/>
              <a:buNone/>
            </a:pPr>
            <a:br>
              <a:rPr lang="en-US" sz="1800" b="0" dirty="0"/>
            </a:br>
            <a:br>
              <a:rPr lang="en-US" sz="1800" b="0" dirty="0"/>
            </a:br>
            <a:endParaRPr sz="1800" b="0" dirty="0"/>
          </a:p>
          <a:p>
            <a:pPr marL="0" lvl="0" indent="0" algn="l" rtl="0">
              <a:lnSpc>
                <a:spcPct val="89000"/>
              </a:lnSpc>
              <a:spcBef>
                <a:spcPts val="0"/>
              </a:spcBef>
              <a:spcAft>
                <a:spcPts val="0"/>
              </a:spcAft>
              <a:buClr>
                <a:schemeClr val="dk2"/>
              </a:buClr>
              <a:buSzPts val="1800"/>
              <a:buFont typeface="Libre Franklin"/>
              <a:buNone/>
            </a:pPr>
            <a:endParaRPr sz="1800" b="0" dirty="0"/>
          </a:p>
          <a:p>
            <a:pPr marL="0" lvl="0" indent="0" algn="l" rtl="0">
              <a:lnSpc>
                <a:spcPct val="89000"/>
              </a:lnSpc>
              <a:spcBef>
                <a:spcPts val="0"/>
              </a:spcBef>
              <a:spcAft>
                <a:spcPts val="0"/>
              </a:spcAft>
              <a:buClr>
                <a:schemeClr val="dk2"/>
              </a:buClr>
              <a:buSzPts val="1800"/>
              <a:buFont typeface="Libre Franklin"/>
              <a:buNone/>
            </a:pPr>
            <a:endParaRPr sz="1800" b="0" dirty="0"/>
          </a:p>
          <a:p>
            <a:pPr marL="0" lvl="0" indent="0" algn="l" rtl="0">
              <a:lnSpc>
                <a:spcPct val="89000"/>
              </a:lnSpc>
              <a:spcBef>
                <a:spcPts val="0"/>
              </a:spcBef>
              <a:spcAft>
                <a:spcPts val="0"/>
              </a:spcAft>
              <a:buClr>
                <a:schemeClr val="dk2"/>
              </a:buClr>
              <a:buSzPts val="1800"/>
              <a:buFont typeface="Libre Franklin"/>
              <a:buNone/>
            </a:pPr>
            <a:br>
              <a:rPr lang="en-US" sz="1800" b="0" dirty="0"/>
            </a:br>
            <a:br>
              <a:rPr lang="en-US" sz="1800" b="0" dirty="0"/>
            </a:br>
            <a:endParaRPr sz="1800" b="0" dirty="0"/>
          </a:p>
          <a:p>
            <a:pPr marL="0" lvl="0" indent="0" algn="l" rtl="0">
              <a:lnSpc>
                <a:spcPct val="89000"/>
              </a:lnSpc>
              <a:spcBef>
                <a:spcPts val="0"/>
              </a:spcBef>
              <a:spcAft>
                <a:spcPts val="0"/>
              </a:spcAft>
              <a:buClr>
                <a:schemeClr val="dk2"/>
              </a:buClr>
              <a:buSzPts val="3300"/>
              <a:buFont typeface="Libre Franklin"/>
              <a:buNone/>
            </a:pPr>
            <a:endParaRPr dirty="0"/>
          </a:p>
          <a:p>
            <a:pPr marL="0" lvl="0" indent="0" algn="l" rtl="0">
              <a:lnSpc>
                <a:spcPct val="89000"/>
              </a:lnSpc>
              <a:spcBef>
                <a:spcPts val="0"/>
              </a:spcBef>
              <a:spcAft>
                <a:spcPts val="0"/>
              </a:spcAft>
              <a:buClr>
                <a:schemeClr val="dk2"/>
              </a:buClr>
              <a:buSzPts val="3300"/>
              <a:buFont typeface="Libre Franklin"/>
              <a:buNone/>
            </a:pPr>
            <a:endParaRPr dirty="0"/>
          </a:p>
          <a:p>
            <a:pPr marL="0" lvl="0" indent="0" algn="l" rtl="0">
              <a:lnSpc>
                <a:spcPct val="89000"/>
              </a:lnSpc>
              <a:spcBef>
                <a:spcPts val="0"/>
              </a:spcBef>
              <a:spcAft>
                <a:spcPts val="0"/>
              </a:spcAft>
              <a:buClr>
                <a:schemeClr val="dk2"/>
              </a:buClr>
              <a:buSzPts val="3300"/>
              <a:buFont typeface="Libre Franklin"/>
              <a:buNone/>
            </a:pPr>
            <a:endParaRPr dirty="0"/>
          </a:p>
        </p:txBody>
      </p:sp>
      <p:sp>
        <p:nvSpPr>
          <p:cNvPr id="137" name="Google Shape;137;p7"/>
          <p:cNvSpPr txBox="1"/>
          <p:nvPr/>
        </p:nvSpPr>
        <p:spPr>
          <a:xfrm>
            <a:off x="4231389" y="979662"/>
            <a:ext cx="4125627"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dirty="0">
                <a:solidFill>
                  <a:schemeClr val="dk2"/>
                </a:solidFill>
                <a:latin typeface="Libre Franklin"/>
                <a:ea typeface="Libre Franklin"/>
                <a:cs typeface="Libre Franklin"/>
                <a:sym typeface="Libre Franklin"/>
              </a:rPr>
              <a:t>Months of </a:t>
            </a:r>
            <a:r>
              <a:rPr lang="en-US" sz="1800" b="1" i="0" u="none" strike="noStrike" cap="none" dirty="0">
                <a:solidFill>
                  <a:schemeClr val="dk2"/>
                </a:solidFill>
                <a:latin typeface="Libre Franklin"/>
                <a:ea typeface="Libre Franklin"/>
                <a:cs typeface="Libre Franklin"/>
                <a:sym typeface="Libre Franklin"/>
              </a:rPr>
              <a:t>May-September</a:t>
            </a:r>
            <a:r>
              <a:rPr lang="en-US" sz="1800" b="0" i="0" u="none" strike="noStrike" cap="none" dirty="0">
                <a:solidFill>
                  <a:schemeClr val="dk2"/>
                </a:solidFill>
                <a:latin typeface="Libre Franklin"/>
                <a:ea typeface="Libre Franklin"/>
                <a:cs typeface="Libre Franklin"/>
                <a:sym typeface="Libre Franklin"/>
              </a:rPr>
              <a:t> were the one where the number of wildfire events were mostly observed.</a:t>
            </a:r>
            <a:endParaRPr dirty="0"/>
          </a:p>
        </p:txBody>
      </p:sp>
      <p:pic>
        <p:nvPicPr>
          <p:cNvPr id="138" name="Google Shape;138;p7"/>
          <p:cNvPicPr preferRelativeResize="0"/>
          <p:nvPr/>
        </p:nvPicPr>
        <p:blipFill rotWithShape="1">
          <a:blip r:embed="rId3">
            <a:alphaModFix/>
          </a:blip>
          <a:srcRect/>
          <a:stretch/>
        </p:blipFill>
        <p:spPr>
          <a:xfrm>
            <a:off x="593832" y="736430"/>
            <a:ext cx="3250470" cy="1715121"/>
          </a:xfrm>
          <a:prstGeom prst="rect">
            <a:avLst/>
          </a:prstGeom>
          <a:noFill/>
          <a:ln>
            <a:noFill/>
          </a:ln>
        </p:spPr>
      </p:pic>
      <p:pic>
        <p:nvPicPr>
          <p:cNvPr id="139" name="Google Shape;139;p7"/>
          <p:cNvPicPr preferRelativeResize="0"/>
          <p:nvPr/>
        </p:nvPicPr>
        <p:blipFill rotWithShape="1">
          <a:blip r:embed="rId4">
            <a:alphaModFix/>
          </a:blip>
          <a:srcRect/>
          <a:stretch/>
        </p:blipFill>
        <p:spPr>
          <a:xfrm>
            <a:off x="758357" y="2966158"/>
            <a:ext cx="5252700" cy="1992145"/>
          </a:xfrm>
          <a:prstGeom prst="rect">
            <a:avLst/>
          </a:prstGeom>
          <a:noFill/>
          <a:ln>
            <a:noFill/>
          </a:ln>
        </p:spPr>
      </p:pic>
      <p:sp>
        <p:nvSpPr>
          <p:cNvPr id="140" name="Google Shape;140;p7"/>
          <p:cNvSpPr txBox="1"/>
          <p:nvPr/>
        </p:nvSpPr>
        <p:spPr>
          <a:xfrm>
            <a:off x="914400" y="2593755"/>
            <a:ext cx="1747594"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a:solidFill>
                  <a:schemeClr val="dk1"/>
                </a:solidFill>
                <a:latin typeface="Libre Franklin"/>
                <a:ea typeface="Libre Franklin"/>
                <a:cs typeface="Libre Franklin"/>
                <a:sym typeface="Libre Franklin"/>
              </a:rPr>
              <a:t>Wildfire events based on County</a:t>
            </a:r>
            <a:endParaRPr/>
          </a:p>
        </p:txBody>
      </p:sp>
      <p:sp>
        <p:nvSpPr>
          <p:cNvPr id="141" name="Google Shape;141;p7"/>
          <p:cNvSpPr txBox="1"/>
          <p:nvPr/>
        </p:nvSpPr>
        <p:spPr>
          <a:xfrm>
            <a:off x="4358806" y="2852031"/>
            <a:ext cx="4789516" cy="14772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2"/>
                </a:solidFill>
                <a:latin typeface="Libre Franklin"/>
                <a:ea typeface="Libre Franklin"/>
                <a:cs typeface="Libre Franklin"/>
                <a:sym typeface="Libre Franklin"/>
              </a:rPr>
              <a:t>It was also observed that </a:t>
            </a:r>
            <a:r>
              <a:rPr lang="en-US" sz="1800" b="1" dirty="0">
                <a:solidFill>
                  <a:schemeClr val="dk2"/>
                </a:solidFill>
                <a:latin typeface="Libre Franklin"/>
                <a:ea typeface="Libre Franklin"/>
                <a:cs typeface="Libre Franklin"/>
                <a:sym typeface="Libre Franklin"/>
              </a:rPr>
              <a:t>Riverside</a:t>
            </a:r>
            <a:endParaRPr b="1" dirty="0"/>
          </a:p>
          <a:p>
            <a:pPr marL="0" marR="0" lvl="0" indent="0" algn="l" rtl="0">
              <a:spcBef>
                <a:spcPts val="0"/>
              </a:spcBef>
              <a:spcAft>
                <a:spcPts val="0"/>
              </a:spcAft>
              <a:buNone/>
            </a:pPr>
            <a:r>
              <a:rPr lang="en-US" sz="1800" b="1" dirty="0">
                <a:solidFill>
                  <a:schemeClr val="dk2"/>
                </a:solidFill>
                <a:latin typeface="Libre Franklin"/>
                <a:ea typeface="Libre Franklin"/>
                <a:cs typeface="Libre Franklin"/>
                <a:sym typeface="Libre Franklin"/>
              </a:rPr>
              <a:t>County</a:t>
            </a:r>
            <a:r>
              <a:rPr lang="en-US" sz="1800" dirty="0">
                <a:solidFill>
                  <a:schemeClr val="dk2"/>
                </a:solidFill>
                <a:latin typeface="Libre Franklin"/>
                <a:ea typeface="Libre Franklin"/>
                <a:cs typeface="Libre Franklin"/>
                <a:sym typeface="Libre Franklin"/>
              </a:rPr>
              <a:t> observed most of wildfire events. Based</a:t>
            </a:r>
            <a:r>
              <a:rPr lang="en-US" dirty="0">
                <a:ea typeface="Libre Franklin"/>
              </a:rPr>
              <a:t> </a:t>
            </a:r>
            <a:r>
              <a:rPr lang="en-US" sz="1800" dirty="0">
                <a:solidFill>
                  <a:schemeClr val="dk2"/>
                </a:solidFill>
                <a:latin typeface="Libre Franklin"/>
                <a:ea typeface="Libre Franklin"/>
                <a:cs typeface="Libre Franklin"/>
                <a:sym typeface="Libre Franklin"/>
              </a:rPr>
              <a:t>on this observation we considered Riverside</a:t>
            </a:r>
            <a:r>
              <a:rPr lang="en-US" dirty="0">
                <a:ea typeface="Libre Franklin"/>
              </a:rPr>
              <a:t> </a:t>
            </a:r>
            <a:r>
              <a:rPr lang="en-US" sz="1800" dirty="0">
                <a:solidFill>
                  <a:schemeClr val="dk2"/>
                </a:solidFill>
                <a:latin typeface="Libre Franklin"/>
                <a:ea typeface="Libre Franklin"/>
                <a:cs typeface="Libre Franklin"/>
                <a:sym typeface="Libre Franklin"/>
              </a:rPr>
              <a:t>County’s Data for further analysis.</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758356" y="166863"/>
            <a:ext cx="7200900" cy="569567"/>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3300"/>
              <a:buFont typeface="Libre Franklin"/>
              <a:buNone/>
            </a:pPr>
            <a:r>
              <a:rPr lang="en-US"/>
              <a:t>Exploratory Data Analysis</a:t>
            </a:r>
            <a:br>
              <a:rPr lang="en-US"/>
            </a:br>
            <a:br>
              <a:rPr lang="en-US"/>
            </a:br>
            <a:endParaRPr/>
          </a:p>
        </p:txBody>
      </p:sp>
      <p:sp>
        <p:nvSpPr>
          <p:cNvPr id="147" name="Google Shape;147;p8"/>
          <p:cNvSpPr txBox="1">
            <a:spLocks noGrp="1"/>
          </p:cNvSpPr>
          <p:nvPr>
            <p:ph type="title" idx="4294967295"/>
          </p:nvPr>
        </p:nvSpPr>
        <p:spPr>
          <a:xfrm>
            <a:off x="1455738" y="1797050"/>
            <a:ext cx="7688262" cy="2927350"/>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1800"/>
              <a:buFont typeface="Libre Franklin"/>
              <a:buNone/>
            </a:pPr>
            <a:br>
              <a:rPr lang="en-US" sz="1800" b="0"/>
            </a:br>
            <a:br>
              <a:rPr lang="en-US" sz="1800" b="0"/>
            </a:br>
            <a:endParaRPr sz="1800" b="0"/>
          </a:p>
          <a:p>
            <a:pPr marL="0" lvl="0" indent="0" algn="l" rtl="0">
              <a:lnSpc>
                <a:spcPct val="89000"/>
              </a:lnSpc>
              <a:spcBef>
                <a:spcPts val="0"/>
              </a:spcBef>
              <a:spcAft>
                <a:spcPts val="0"/>
              </a:spcAft>
              <a:buClr>
                <a:schemeClr val="dk2"/>
              </a:buClr>
              <a:buSzPts val="1800"/>
              <a:buFont typeface="Libre Franklin"/>
              <a:buNone/>
            </a:pPr>
            <a:endParaRPr sz="1800" b="0"/>
          </a:p>
          <a:p>
            <a:pPr marL="0" lvl="0" indent="0" algn="l" rtl="0">
              <a:lnSpc>
                <a:spcPct val="89000"/>
              </a:lnSpc>
              <a:spcBef>
                <a:spcPts val="0"/>
              </a:spcBef>
              <a:spcAft>
                <a:spcPts val="0"/>
              </a:spcAft>
              <a:buClr>
                <a:schemeClr val="dk2"/>
              </a:buClr>
              <a:buSzPts val="1800"/>
              <a:buFont typeface="Libre Franklin"/>
              <a:buNone/>
            </a:pPr>
            <a:endParaRPr sz="1800" b="0"/>
          </a:p>
          <a:p>
            <a:pPr marL="0" lvl="0" indent="0" algn="l" rtl="0">
              <a:lnSpc>
                <a:spcPct val="89000"/>
              </a:lnSpc>
              <a:spcBef>
                <a:spcPts val="0"/>
              </a:spcBef>
              <a:spcAft>
                <a:spcPts val="0"/>
              </a:spcAft>
              <a:buClr>
                <a:schemeClr val="dk2"/>
              </a:buClr>
              <a:buSzPts val="1800"/>
              <a:buFont typeface="Libre Franklin"/>
              <a:buNone/>
            </a:pPr>
            <a:br>
              <a:rPr lang="en-US" sz="1800" b="0"/>
            </a:br>
            <a:br>
              <a:rPr lang="en-US" sz="1800" b="0"/>
            </a:br>
            <a:endParaRPr sz="1800" b="0"/>
          </a:p>
          <a:p>
            <a:pPr marL="0" lvl="0" indent="0" algn="l" rtl="0">
              <a:lnSpc>
                <a:spcPct val="89000"/>
              </a:lnSpc>
              <a:spcBef>
                <a:spcPts val="0"/>
              </a:spcBef>
              <a:spcAft>
                <a:spcPts val="0"/>
              </a:spcAft>
              <a:buClr>
                <a:schemeClr val="dk2"/>
              </a:buClr>
              <a:buSzPts val="3300"/>
              <a:buFont typeface="Libre Franklin"/>
              <a:buNone/>
            </a:pPr>
            <a:endParaRPr/>
          </a:p>
          <a:p>
            <a:pPr marL="0" lvl="0" indent="0" algn="l" rtl="0">
              <a:lnSpc>
                <a:spcPct val="89000"/>
              </a:lnSpc>
              <a:spcBef>
                <a:spcPts val="0"/>
              </a:spcBef>
              <a:spcAft>
                <a:spcPts val="0"/>
              </a:spcAft>
              <a:buClr>
                <a:schemeClr val="dk2"/>
              </a:buClr>
              <a:buSzPts val="3300"/>
              <a:buFont typeface="Libre Franklin"/>
              <a:buNone/>
            </a:pPr>
            <a:endParaRPr/>
          </a:p>
          <a:p>
            <a:pPr marL="0" lvl="0" indent="0" algn="l" rtl="0">
              <a:lnSpc>
                <a:spcPct val="89000"/>
              </a:lnSpc>
              <a:spcBef>
                <a:spcPts val="0"/>
              </a:spcBef>
              <a:spcAft>
                <a:spcPts val="0"/>
              </a:spcAft>
              <a:buClr>
                <a:schemeClr val="dk2"/>
              </a:buClr>
              <a:buSzPts val="3300"/>
              <a:buFont typeface="Libre Franklin"/>
              <a:buNone/>
            </a:pPr>
            <a:endParaRPr/>
          </a:p>
        </p:txBody>
      </p:sp>
      <p:sp>
        <p:nvSpPr>
          <p:cNvPr id="148" name="Google Shape;148;p8"/>
          <p:cNvSpPr txBox="1"/>
          <p:nvPr/>
        </p:nvSpPr>
        <p:spPr>
          <a:xfrm>
            <a:off x="4839321" y="929225"/>
            <a:ext cx="4064836"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2"/>
                </a:solidFill>
                <a:latin typeface="Libre Franklin"/>
                <a:ea typeface="Libre Franklin"/>
                <a:cs typeface="Libre Franklin"/>
                <a:sym typeface="Libre Franklin"/>
              </a:rPr>
              <a:t>Equipment</a:t>
            </a:r>
            <a:r>
              <a:rPr lang="en-US" sz="1800" dirty="0">
                <a:solidFill>
                  <a:schemeClr val="dk2"/>
                </a:solidFill>
                <a:latin typeface="Libre Franklin"/>
                <a:ea typeface="Libre Franklin"/>
                <a:cs typeface="Libre Franklin"/>
                <a:sym typeface="Libre Franklin"/>
              </a:rPr>
              <a:t> </a:t>
            </a:r>
            <a:r>
              <a:rPr lang="en-US" sz="1800" b="1" dirty="0">
                <a:solidFill>
                  <a:schemeClr val="dk2"/>
                </a:solidFill>
                <a:latin typeface="Libre Franklin"/>
                <a:ea typeface="Libre Franklin"/>
                <a:cs typeface="Libre Franklin"/>
                <a:sym typeface="Libre Franklin"/>
              </a:rPr>
              <a:t>usage</a:t>
            </a:r>
            <a:r>
              <a:rPr lang="en-US" sz="1800" dirty="0">
                <a:solidFill>
                  <a:schemeClr val="dk2"/>
                </a:solidFill>
                <a:latin typeface="Libre Franklin"/>
                <a:ea typeface="Libre Franklin"/>
                <a:cs typeface="Libre Franklin"/>
                <a:sym typeface="Libre Franklin"/>
              </a:rPr>
              <a:t> was one of the major cause along with </a:t>
            </a:r>
            <a:r>
              <a:rPr lang="en-US" sz="1800" b="1" dirty="0">
                <a:solidFill>
                  <a:schemeClr val="dk2"/>
                </a:solidFill>
                <a:latin typeface="Libre Franklin"/>
                <a:ea typeface="Libre Franklin"/>
                <a:cs typeface="Libre Franklin"/>
                <a:sym typeface="Libre Franklin"/>
              </a:rPr>
              <a:t>Arson</a:t>
            </a:r>
            <a:r>
              <a:rPr lang="en-US" sz="1800" dirty="0">
                <a:solidFill>
                  <a:schemeClr val="dk2"/>
                </a:solidFill>
                <a:latin typeface="Libre Franklin"/>
                <a:ea typeface="Libre Franklin"/>
                <a:cs typeface="Libre Franklin"/>
                <a:sym typeface="Libre Franklin"/>
              </a:rPr>
              <a:t> that caused wildfire in Riverside County. We do see </a:t>
            </a:r>
            <a:r>
              <a:rPr lang="en-US" sz="1800" b="1" dirty="0">
                <a:solidFill>
                  <a:schemeClr val="dk2"/>
                </a:solidFill>
                <a:latin typeface="Libre Franklin"/>
                <a:ea typeface="Libre Franklin"/>
                <a:cs typeface="Libre Franklin"/>
                <a:sym typeface="Libre Franklin"/>
              </a:rPr>
              <a:t>children</a:t>
            </a:r>
            <a:r>
              <a:rPr lang="en-US" sz="1800" dirty="0">
                <a:solidFill>
                  <a:schemeClr val="dk2"/>
                </a:solidFill>
                <a:latin typeface="Libre Franklin"/>
                <a:ea typeface="Libre Franklin"/>
                <a:cs typeface="Libre Franklin"/>
                <a:sym typeface="Libre Franklin"/>
              </a:rPr>
              <a:t>, </a:t>
            </a:r>
            <a:r>
              <a:rPr lang="en-US" sz="1800" b="1" dirty="0">
                <a:solidFill>
                  <a:schemeClr val="dk2"/>
                </a:solidFill>
                <a:latin typeface="Libre Franklin"/>
                <a:ea typeface="Libre Franklin"/>
                <a:cs typeface="Libre Franklin"/>
                <a:sym typeface="Libre Franklin"/>
              </a:rPr>
              <a:t>smoking</a:t>
            </a:r>
            <a:r>
              <a:rPr lang="en-US" sz="1800" dirty="0">
                <a:solidFill>
                  <a:schemeClr val="dk2"/>
                </a:solidFill>
                <a:latin typeface="Libre Franklin"/>
                <a:ea typeface="Libre Franklin"/>
                <a:cs typeface="Libre Franklin"/>
                <a:sym typeface="Libre Franklin"/>
              </a:rPr>
              <a:t> and </a:t>
            </a:r>
            <a:r>
              <a:rPr lang="en-US" sz="1800" b="1" dirty="0">
                <a:solidFill>
                  <a:schemeClr val="dk2"/>
                </a:solidFill>
                <a:latin typeface="Libre Franklin"/>
                <a:ea typeface="Libre Franklin"/>
                <a:cs typeface="Libre Franklin"/>
                <a:sym typeface="Libre Franklin"/>
              </a:rPr>
              <a:t>campfire</a:t>
            </a:r>
            <a:r>
              <a:rPr lang="en-US" sz="1800" dirty="0">
                <a:solidFill>
                  <a:schemeClr val="dk2"/>
                </a:solidFill>
                <a:latin typeface="Libre Franklin"/>
                <a:ea typeface="Libre Franklin"/>
                <a:cs typeface="Libre Franklin"/>
                <a:sym typeface="Libre Franklin"/>
              </a:rPr>
              <a:t> as well.</a:t>
            </a:r>
            <a:endParaRPr dirty="0"/>
          </a:p>
        </p:txBody>
      </p:sp>
      <p:sp>
        <p:nvSpPr>
          <p:cNvPr id="149" name="Google Shape;149;p8"/>
          <p:cNvSpPr txBox="1"/>
          <p:nvPr/>
        </p:nvSpPr>
        <p:spPr>
          <a:xfrm>
            <a:off x="4839321" y="2835434"/>
            <a:ext cx="4294802" cy="20312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2"/>
                </a:solidFill>
                <a:latin typeface="Libre Franklin"/>
                <a:ea typeface="Libre Franklin"/>
                <a:cs typeface="Libre Franklin"/>
                <a:sym typeface="Libre Franklin"/>
              </a:rPr>
              <a:t>We also noticed that there was a gradual</a:t>
            </a:r>
            <a:r>
              <a:rPr lang="en-US" dirty="0">
                <a:ea typeface="Libre Franklin"/>
              </a:rPr>
              <a:t> </a:t>
            </a:r>
            <a:r>
              <a:rPr lang="en-US" sz="1800" dirty="0">
                <a:solidFill>
                  <a:schemeClr val="dk2"/>
                </a:solidFill>
                <a:latin typeface="Libre Franklin"/>
                <a:ea typeface="Libre Franklin"/>
                <a:cs typeface="Libre Franklin"/>
                <a:sym typeface="Libre Franklin"/>
              </a:rPr>
              <a:t>increase in the wildfire events as we approached the weekends. We can deduce that as people go out for </a:t>
            </a:r>
            <a:r>
              <a:rPr lang="en-US" sz="1800" b="1" dirty="0">
                <a:solidFill>
                  <a:schemeClr val="dk2"/>
                </a:solidFill>
                <a:latin typeface="Libre Franklin"/>
                <a:ea typeface="Libre Franklin"/>
                <a:cs typeface="Libre Franklin"/>
                <a:sym typeface="Libre Franklin"/>
              </a:rPr>
              <a:t>camping</a:t>
            </a:r>
            <a:r>
              <a:rPr lang="en-US" sz="1800" dirty="0">
                <a:solidFill>
                  <a:schemeClr val="dk2"/>
                </a:solidFill>
                <a:latin typeface="Libre Franklin"/>
                <a:ea typeface="Libre Franklin"/>
                <a:cs typeface="Libre Franklin"/>
                <a:sym typeface="Libre Franklin"/>
              </a:rPr>
              <a:t> and </a:t>
            </a:r>
            <a:r>
              <a:rPr lang="en-US" sz="1800" b="1" dirty="0">
                <a:solidFill>
                  <a:schemeClr val="dk2"/>
                </a:solidFill>
                <a:latin typeface="Libre Franklin"/>
                <a:ea typeface="Libre Franklin"/>
                <a:cs typeface="Libre Franklin"/>
                <a:sym typeface="Libre Franklin"/>
              </a:rPr>
              <a:t>barbeque</a:t>
            </a:r>
            <a:r>
              <a:rPr lang="en-US" sz="1800" dirty="0">
                <a:solidFill>
                  <a:schemeClr val="dk2"/>
                </a:solidFill>
                <a:latin typeface="Libre Franklin"/>
                <a:ea typeface="Libre Franklin"/>
                <a:cs typeface="Libre Franklin"/>
                <a:sym typeface="Libre Franklin"/>
              </a:rPr>
              <a:t> during </a:t>
            </a:r>
            <a:r>
              <a:rPr lang="en-US" sz="1800" b="1" dirty="0">
                <a:solidFill>
                  <a:schemeClr val="dk2"/>
                </a:solidFill>
                <a:latin typeface="Libre Franklin"/>
                <a:ea typeface="Libre Franklin"/>
                <a:cs typeface="Libre Franklin"/>
                <a:sym typeface="Libre Franklin"/>
              </a:rPr>
              <a:t>summer</a:t>
            </a:r>
            <a:r>
              <a:rPr lang="en-US" sz="1800" dirty="0">
                <a:solidFill>
                  <a:schemeClr val="dk2"/>
                </a:solidFill>
                <a:latin typeface="Libre Franklin"/>
                <a:ea typeface="Libre Franklin"/>
                <a:cs typeface="Libre Franklin"/>
                <a:sym typeface="Libre Franklin"/>
              </a:rPr>
              <a:t> the number of incidents due to careless events increase.</a:t>
            </a:r>
            <a:endParaRPr dirty="0"/>
          </a:p>
        </p:txBody>
      </p:sp>
      <p:pic>
        <p:nvPicPr>
          <p:cNvPr id="150" name="Google Shape;150;p8"/>
          <p:cNvPicPr preferRelativeResize="0"/>
          <p:nvPr/>
        </p:nvPicPr>
        <p:blipFill rotWithShape="1">
          <a:blip r:embed="rId3">
            <a:alphaModFix/>
          </a:blip>
          <a:srcRect/>
          <a:stretch/>
        </p:blipFill>
        <p:spPr>
          <a:xfrm>
            <a:off x="836378" y="778882"/>
            <a:ext cx="3781343" cy="1819276"/>
          </a:xfrm>
          <a:prstGeom prst="rect">
            <a:avLst/>
          </a:prstGeom>
          <a:noFill/>
          <a:ln>
            <a:noFill/>
          </a:ln>
        </p:spPr>
      </p:pic>
      <p:pic>
        <p:nvPicPr>
          <p:cNvPr id="151" name="Google Shape;151;p8"/>
          <p:cNvPicPr preferRelativeResize="0"/>
          <p:nvPr/>
        </p:nvPicPr>
        <p:blipFill rotWithShape="1">
          <a:blip r:embed="rId4">
            <a:alphaModFix/>
          </a:blip>
          <a:srcRect/>
          <a:stretch/>
        </p:blipFill>
        <p:spPr>
          <a:xfrm>
            <a:off x="758357" y="2850514"/>
            <a:ext cx="3937386" cy="201620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9"/>
          <p:cNvSpPr txBox="1">
            <a:spLocks noGrp="1"/>
          </p:cNvSpPr>
          <p:nvPr>
            <p:ph type="title"/>
          </p:nvPr>
        </p:nvSpPr>
        <p:spPr>
          <a:xfrm>
            <a:off x="635508" y="79786"/>
            <a:ext cx="7200900" cy="1114425"/>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3300"/>
              <a:buFont typeface="Libre Franklin"/>
              <a:buNone/>
            </a:pPr>
            <a:r>
              <a:rPr lang="en-US"/>
              <a:t>Data Preparation</a:t>
            </a:r>
            <a:endParaRPr/>
          </a:p>
        </p:txBody>
      </p:sp>
      <p:sp>
        <p:nvSpPr>
          <p:cNvPr id="157" name="Google Shape;157;p9"/>
          <p:cNvSpPr txBox="1">
            <a:spLocks noGrp="1"/>
          </p:cNvSpPr>
          <p:nvPr>
            <p:ph type="title" idx="4294967295"/>
          </p:nvPr>
        </p:nvSpPr>
        <p:spPr>
          <a:xfrm>
            <a:off x="1455738" y="1797050"/>
            <a:ext cx="7688262" cy="2927350"/>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1800"/>
              <a:buFont typeface="Libre Franklin"/>
              <a:buNone/>
            </a:pPr>
            <a:br>
              <a:rPr lang="en-US" sz="1800" b="0"/>
            </a:br>
            <a:br>
              <a:rPr lang="en-US" sz="1800" b="0"/>
            </a:br>
            <a:endParaRPr sz="1800" b="0"/>
          </a:p>
          <a:p>
            <a:pPr marL="0" lvl="0" indent="0" algn="l" rtl="0">
              <a:lnSpc>
                <a:spcPct val="89000"/>
              </a:lnSpc>
              <a:spcBef>
                <a:spcPts val="0"/>
              </a:spcBef>
              <a:spcAft>
                <a:spcPts val="0"/>
              </a:spcAft>
              <a:buClr>
                <a:schemeClr val="dk2"/>
              </a:buClr>
              <a:buSzPts val="1800"/>
              <a:buFont typeface="Libre Franklin"/>
              <a:buNone/>
            </a:pPr>
            <a:endParaRPr sz="1800" b="0"/>
          </a:p>
          <a:p>
            <a:pPr marL="0" lvl="0" indent="0" algn="l" rtl="0">
              <a:lnSpc>
                <a:spcPct val="89000"/>
              </a:lnSpc>
              <a:spcBef>
                <a:spcPts val="0"/>
              </a:spcBef>
              <a:spcAft>
                <a:spcPts val="0"/>
              </a:spcAft>
              <a:buClr>
                <a:schemeClr val="dk2"/>
              </a:buClr>
              <a:buSzPts val="1800"/>
              <a:buFont typeface="Libre Franklin"/>
              <a:buNone/>
            </a:pPr>
            <a:endParaRPr sz="1800" b="0"/>
          </a:p>
          <a:p>
            <a:pPr marL="0" lvl="0" indent="0" algn="l" rtl="0">
              <a:lnSpc>
                <a:spcPct val="89000"/>
              </a:lnSpc>
              <a:spcBef>
                <a:spcPts val="0"/>
              </a:spcBef>
              <a:spcAft>
                <a:spcPts val="0"/>
              </a:spcAft>
              <a:buClr>
                <a:schemeClr val="dk2"/>
              </a:buClr>
              <a:buSzPts val="1800"/>
              <a:buFont typeface="Libre Franklin"/>
              <a:buNone/>
            </a:pPr>
            <a:br>
              <a:rPr lang="en-US" sz="1800" b="0"/>
            </a:br>
            <a:br>
              <a:rPr lang="en-US" sz="1800" b="0"/>
            </a:br>
            <a:endParaRPr sz="1800" b="0"/>
          </a:p>
          <a:p>
            <a:pPr marL="0" lvl="0" indent="0" algn="l" rtl="0">
              <a:lnSpc>
                <a:spcPct val="89000"/>
              </a:lnSpc>
              <a:spcBef>
                <a:spcPts val="0"/>
              </a:spcBef>
              <a:spcAft>
                <a:spcPts val="0"/>
              </a:spcAft>
              <a:buClr>
                <a:schemeClr val="dk2"/>
              </a:buClr>
              <a:buSzPts val="3300"/>
              <a:buFont typeface="Libre Franklin"/>
              <a:buNone/>
            </a:pPr>
            <a:endParaRPr/>
          </a:p>
          <a:p>
            <a:pPr marL="0" lvl="0" indent="0" algn="l" rtl="0">
              <a:lnSpc>
                <a:spcPct val="89000"/>
              </a:lnSpc>
              <a:spcBef>
                <a:spcPts val="0"/>
              </a:spcBef>
              <a:spcAft>
                <a:spcPts val="0"/>
              </a:spcAft>
              <a:buClr>
                <a:schemeClr val="dk2"/>
              </a:buClr>
              <a:buSzPts val="3300"/>
              <a:buFont typeface="Libre Franklin"/>
              <a:buNone/>
            </a:pPr>
            <a:endParaRPr/>
          </a:p>
          <a:p>
            <a:pPr marL="0" lvl="0" indent="0" algn="l" rtl="0">
              <a:lnSpc>
                <a:spcPct val="89000"/>
              </a:lnSpc>
              <a:spcBef>
                <a:spcPts val="0"/>
              </a:spcBef>
              <a:spcAft>
                <a:spcPts val="0"/>
              </a:spcAft>
              <a:buClr>
                <a:schemeClr val="dk2"/>
              </a:buClr>
              <a:buSzPts val="3300"/>
              <a:buFont typeface="Libre Franklin"/>
              <a:buNone/>
            </a:pPr>
            <a:endParaRPr/>
          </a:p>
        </p:txBody>
      </p:sp>
      <p:graphicFrame>
        <p:nvGraphicFramePr>
          <p:cNvPr id="158" name="Google Shape;158;p9"/>
          <p:cNvGraphicFramePr/>
          <p:nvPr/>
        </p:nvGraphicFramePr>
        <p:xfrm>
          <a:off x="727873" y="757856"/>
          <a:ext cx="8228750" cy="3871515"/>
        </p:xfrm>
        <a:graphic>
          <a:graphicData uri="http://schemas.openxmlformats.org/drawingml/2006/table">
            <a:tbl>
              <a:tblPr firstRow="1" bandRow="1">
                <a:noFill/>
                <a:tableStyleId>{836B3322-F122-4F7F-AD47-A857A6750ECB}</a:tableStyleId>
              </a:tblPr>
              <a:tblGrid>
                <a:gridCol w="2195200">
                  <a:extLst>
                    <a:ext uri="{9D8B030D-6E8A-4147-A177-3AD203B41FA5}">
                      <a16:colId xmlns:a16="http://schemas.microsoft.com/office/drawing/2014/main" val="20000"/>
                    </a:ext>
                  </a:extLst>
                </a:gridCol>
                <a:gridCol w="6033550">
                  <a:extLst>
                    <a:ext uri="{9D8B030D-6E8A-4147-A177-3AD203B41FA5}">
                      <a16:colId xmlns:a16="http://schemas.microsoft.com/office/drawing/2014/main" val="20001"/>
                    </a:ext>
                  </a:extLst>
                </a:gridCol>
              </a:tblGrid>
              <a:tr h="424775">
                <a:tc>
                  <a:txBody>
                    <a:bodyPr/>
                    <a:lstStyle/>
                    <a:p>
                      <a:pPr marL="0" marR="0" lvl="0" indent="0" algn="l" rtl="0">
                        <a:spcBef>
                          <a:spcPts val="0"/>
                        </a:spcBef>
                        <a:spcAft>
                          <a:spcPts val="0"/>
                        </a:spcAft>
                        <a:buNone/>
                      </a:pPr>
                      <a:endParaRPr sz="1350"/>
                    </a:p>
                  </a:txBody>
                  <a:tcPr marL="91450" marR="91450" marT="45725" marB="45725"/>
                </a:tc>
                <a:tc>
                  <a:txBody>
                    <a:bodyPr/>
                    <a:lstStyle/>
                    <a:p>
                      <a:pPr marL="0" marR="0" lvl="0" indent="0" algn="l" rtl="0">
                        <a:spcBef>
                          <a:spcPts val="0"/>
                        </a:spcBef>
                        <a:spcAft>
                          <a:spcPts val="0"/>
                        </a:spcAft>
                        <a:buNone/>
                      </a:pPr>
                      <a:endParaRPr sz="1350"/>
                    </a:p>
                  </a:txBody>
                  <a:tcPr marL="91450" marR="91450" marT="45725" marB="45725"/>
                </a:tc>
                <a:extLst>
                  <a:ext uri="{0D108BD9-81ED-4DB2-BD59-A6C34878D82A}">
                    <a16:rowId xmlns:a16="http://schemas.microsoft.com/office/drawing/2014/main" val="10000"/>
                  </a:ext>
                </a:extLst>
              </a:tr>
              <a:tr h="543000">
                <a:tc>
                  <a:txBody>
                    <a:bodyPr/>
                    <a:lstStyle/>
                    <a:p>
                      <a:pPr marL="0" marR="0" lvl="0" indent="0" algn="l" rtl="0">
                        <a:spcBef>
                          <a:spcPts val="0"/>
                        </a:spcBef>
                        <a:spcAft>
                          <a:spcPts val="0"/>
                        </a:spcAft>
                        <a:buNone/>
                      </a:pPr>
                      <a:r>
                        <a:rPr lang="en-US" sz="1350" b="1">
                          <a:solidFill>
                            <a:schemeClr val="dk2"/>
                          </a:solidFill>
                        </a:rPr>
                        <a:t>Data Gathering</a:t>
                      </a:r>
                      <a:endParaRPr/>
                    </a:p>
                  </a:txBody>
                  <a:tcPr marL="91450" marR="91450" marT="45725" marB="45725"/>
                </a:tc>
                <a:tc>
                  <a:txBody>
                    <a:bodyPr/>
                    <a:lstStyle/>
                    <a:p>
                      <a:pPr marL="0" marR="0" lvl="0" indent="0" algn="l" rtl="0">
                        <a:spcBef>
                          <a:spcPts val="0"/>
                        </a:spcBef>
                        <a:spcAft>
                          <a:spcPts val="0"/>
                        </a:spcAft>
                        <a:buNone/>
                      </a:pPr>
                      <a:r>
                        <a:rPr lang="en-US" sz="1350">
                          <a:solidFill>
                            <a:schemeClr val="dk2"/>
                          </a:solidFill>
                        </a:rPr>
                        <a:t>Data was gathered from two different resources.</a:t>
                      </a:r>
                      <a:endParaRPr/>
                    </a:p>
                  </a:txBody>
                  <a:tcPr marL="91450" marR="91450" marT="45725" marB="45725"/>
                </a:tc>
                <a:extLst>
                  <a:ext uri="{0D108BD9-81ED-4DB2-BD59-A6C34878D82A}">
                    <a16:rowId xmlns:a16="http://schemas.microsoft.com/office/drawing/2014/main" val="10001"/>
                  </a:ext>
                </a:extLst>
              </a:tr>
              <a:tr h="543000">
                <a:tc>
                  <a:txBody>
                    <a:bodyPr/>
                    <a:lstStyle/>
                    <a:p>
                      <a:pPr marL="0" marR="0" lvl="0" indent="0" algn="l" rtl="0">
                        <a:spcBef>
                          <a:spcPts val="0"/>
                        </a:spcBef>
                        <a:spcAft>
                          <a:spcPts val="0"/>
                        </a:spcAft>
                        <a:buNone/>
                      </a:pPr>
                      <a:r>
                        <a:rPr lang="en-US" sz="1350" b="1">
                          <a:solidFill>
                            <a:schemeClr val="dk2"/>
                          </a:solidFill>
                        </a:rPr>
                        <a:t>Merging Data </a:t>
                      </a:r>
                      <a:endParaRPr/>
                    </a:p>
                  </a:txBody>
                  <a:tcPr marL="91450" marR="91450" marT="45725" marB="45725"/>
                </a:tc>
                <a:tc>
                  <a:txBody>
                    <a:bodyPr/>
                    <a:lstStyle/>
                    <a:p>
                      <a:pPr marL="0" marR="0" lvl="0" indent="0" algn="l" rtl="0">
                        <a:spcBef>
                          <a:spcPts val="0"/>
                        </a:spcBef>
                        <a:spcAft>
                          <a:spcPts val="0"/>
                        </a:spcAft>
                        <a:buNone/>
                      </a:pPr>
                      <a:r>
                        <a:rPr lang="en-US" sz="1350">
                          <a:solidFill>
                            <a:schemeClr val="dk2"/>
                          </a:solidFill>
                        </a:rPr>
                        <a:t>As we had Data from two different sources i.e. Fire event data and weather data. We had to merge data based on the date range when we had both the data available.</a:t>
                      </a:r>
                      <a:endParaRPr/>
                    </a:p>
                  </a:txBody>
                  <a:tcPr marL="91450" marR="91450" marT="45725" marB="45725"/>
                </a:tc>
                <a:extLst>
                  <a:ext uri="{0D108BD9-81ED-4DB2-BD59-A6C34878D82A}">
                    <a16:rowId xmlns:a16="http://schemas.microsoft.com/office/drawing/2014/main" val="10002"/>
                  </a:ext>
                </a:extLst>
              </a:tr>
              <a:tr h="543000">
                <a:tc>
                  <a:txBody>
                    <a:bodyPr/>
                    <a:lstStyle/>
                    <a:p>
                      <a:pPr marL="0" marR="0" lvl="0" indent="0" algn="l" rtl="0">
                        <a:spcBef>
                          <a:spcPts val="0"/>
                        </a:spcBef>
                        <a:spcAft>
                          <a:spcPts val="0"/>
                        </a:spcAft>
                        <a:buNone/>
                      </a:pPr>
                      <a:r>
                        <a:rPr lang="en-US" sz="1350" b="1">
                          <a:solidFill>
                            <a:schemeClr val="dk2"/>
                          </a:solidFill>
                        </a:rPr>
                        <a:t>Reverse Geocoding </a:t>
                      </a:r>
                      <a:endParaRPr/>
                    </a:p>
                  </a:txBody>
                  <a:tcPr marL="91450" marR="91450" marT="45725" marB="45725"/>
                </a:tc>
                <a:tc>
                  <a:txBody>
                    <a:bodyPr/>
                    <a:lstStyle/>
                    <a:p>
                      <a:pPr marL="0" marR="0" lvl="0" indent="0" algn="l" rtl="0">
                        <a:spcBef>
                          <a:spcPts val="0"/>
                        </a:spcBef>
                        <a:spcAft>
                          <a:spcPts val="0"/>
                        </a:spcAft>
                        <a:buNone/>
                      </a:pPr>
                      <a:r>
                        <a:rPr lang="en-US" sz="1350">
                          <a:solidFill>
                            <a:schemeClr val="dk2"/>
                          </a:solidFill>
                        </a:rPr>
                        <a:t>As most of the Data did not have location information, we used API’s to fill that data into the merged data</a:t>
                      </a:r>
                      <a:endParaRPr/>
                    </a:p>
                  </a:txBody>
                  <a:tcPr marL="91450" marR="91450" marT="45725" marB="45725"/>
                </a:tc>
                <a:extLst>
                  <a:ext uri="{0D108BD9-81ED-4DB2-BD59-A6C34878D82A}">
                    <a16:rowId xmlns:a16="http://schemas.microsoft.com/office/drawing/2014/main" val="10003"/>
                  </a:ext>
                </a:extLst>
              </a:tr>
              <a:tr h="400400">
                <a:tc>
                  <a:txBody>
                    <a:bodyPr/>
                    <a:lstStyle/>
                    <a:p>
                      <a:pPr marL="0" marR="0" lvl="0" indent="0" algn="l" rtl="0">
                        <a:spcBef>
                          <a:spcPts val="0"/>
                        </a:spcBef>
                        <a:spcAft>
                          <a:spcPts val="0"/>
                        </a:spcAft>
                        <a:buNone/>
                      </a:pPr>
                      <a:r>
                        <a:rPr lang="en-US" sz="1350" b="1">
                          <a:solidFill>
                            <a:schemeClr val="dk2"/>
                          </a:solidFill>
                        </a:rPr>
                        <a:t>Handling Null Values</a:t>
                      </a:r>
                      <a:endParaRPr/>
                    </a:p>
                  </a:txBody>
                  <a:tcPr marL="91450" marR="91450" marT="45725" marB="45725"/>
                </a:tc>
                <a:tc>
                  <a:txBody>
                    <a:bodyPr/>
                    <a:lstStyle/>
                    <a:p>
                      <a:pPr marL="0" marR="0" lvl="0" indent="0" algn="l" rtl="0">
                        <a:spcBef>
                          <a:spcPts val="0"/>
                        </a:spcBef>
                        <a:spcAft>
                          <a:spcPts val="0"/>
                        </a:spcAft>
                        <a:buNone/>
                      </a:pPr>
                      <a:r>
                        <a:rPr lang="en-US" sz="1350">
                          <a:solidFill>
                            <a:schemeClr val="dk2"/>
                          </a:solidFill>
                        </a:rPr>
                        <a:t>We handled NA values and filled them out with the column mean value.</a:t>
                      </a:r>
                      <a:endParaRPr/>
                    </a:p>
                  </a:txBody>
                  <a:tcPr marL="91450" marR="91450" marT="45725" marB="45725"/>
                </a:tc>
                <a:extLst>
                  <a:ext uri="{0D108BD9-81ED-4DB2-BD59-A6C34878D82A}">
                    <a16:rowId xmlns:a16="http://schemas.microsoft.com/office/drawing/2014/main" val="10004"/>
                  </a:ext>
                </a:extLst>
              </a:tr>
              <a:tr h="543000">
                <a:tc>
                  <a:txBody>
                    <a:bodyPr/>
                    <a:lstStyle/>
                    <a:p>
                      <a:pPr marL="0" marR="0" lvl="0" indent="0" algn="l" rtl="0">
                        <a:spcBef>
                          <a:spcPts val="0"/>
                        </a:spcBef>
                        <a:spcAft>
                          <a:spcPts val="0"/>
                        </a:spcAft>
                        <a:buNone/>
                      </a:pPr>
                      <a:r>
                        <a:rPr lang="en-US" sz="1350" b="1">
                          <a:solidFill>
                            <a:schemeClr val="dk2"/>
                          </a:solidFill>
                        </a:rPr>
                        <a:t>Encoding Categorical Data</a:t>
                      </a:r>
                      <a:endParaRPr/>
                    </a:p>
                  </a:txBody>
                  <a:tcPr marL="91450" marR="91450" marT="45725" marB="45725"/>
                </a:tc>
                <a:tc>
                  <a:txBody>
                    <a:bodyPr/>
                    <a:lstStyle/>
                    <a:p>
                      <a:pPr marL="0" marR="0" lvl="0" indent="0" algn="l" rtl="0">
                        <a:spcBef>
                          <a:spcPts val="0"/>
                        </a:spcBef>
                        <a:spcAft>
                          <a:spcPts val="0"/>
                        </a:spcAft>
                        <a:buNone/>
                      </a:pPr>
                      <a:r>
                        <a:rPr lang="en-US" sz="1350">
                          <a:solidFill>
                            <a:schemeClr val="dk2"/>
                          </a:solidFill>
                        </a:rPr>
                        <a:t>We encoded categorical data by creating dummies and then expanding the table</a:t>
                      </a:r>
                      <a:endParaRPr/>
                    </a:p>
                  </a:txBody>
                  <a:tcPr marL="91450" marR="91450" marT="45725" marB="45725"/>
                </a:tc>
                <a:extLst>
                  <a:ext uri="{0D108BD9-81ED-4DB2-BD59-A6C34878D82A}">
                    <a16:rowId xmlns:a16="http://schemas.microsoft.com/office/drawing/2014/main" val="10005"/>
                  </a:ext>
                </a:extLst>
              </a:tr>
              <a:tr h="543000">
                <a:tc>
                  <a:txBody>
                    <a:bodyPr/>
                    <a:lstStyle/>
                    <a:p>
                      <a:pPr marL="0" marR="0" lvl="0" indent="0" algn="l" rtl="0">
                        <a:spcBef>
                          <a:spcPts val="0"/>
                        </a:spcBef>
                        <a:spcAft>
                          <a:spcPts val="0"/>
                        </a:spcAft>
                        <a:buNone/>
                      </a:pPr>
                      <a:r>
                        <a:rPr lang="en-US" sz="1350" b="1">
                          <a:solidFill>
                            <a:schemeClr val="dk2"/>
                          </a:solidFill>
                        </a:rPr>
                        <a:t>Date Time Conversion</a:t>
                      </a:r>
                      <a:endParaRPr/>
                    </a:p>
                  </a:txBody>
                  <a:tcPr marL="91450" marR="91450" marT="45725" marB="45725"/>
                </a:tc>
                <a:tc>
                  <a:txBody>
                    <a:bodyPr/>
                    <a:lstStyle/>
                    <a:p>
                      <a:pPr marL="0" marR="0" lvl="0" indent="0" algn="l" rtl="0">
                        <a:spcBef>
                          <a:spcPts val="0"/>
                        </a:spcBef>
                        <a:spcAft>
                          <a:spcPts val="0"/>
                        </a:spcAft>
                        <a:buNone/>
                      </a:pPr>
                      <a:r>
                        <a:rPr lang="en-US" sz="1350">
                          <a:solidFill>
                            <a:schemeClr val="dk2"/>
                          </a:solidFill>
                        </a:rPr>
                        <a:t>In this process we had to deal with date and time data as well. We converted the date and extracted features like months, day of the week and the time of the day etc.</a:t>
                      </a:r>
                      <a:endParaRPr/>
                    </a:p>
                  </a:txBody>
                  <a:tcPr marL="91450" marR="91450" marT="45725" marB="45725"/>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2"/>
        <p:cNvGrpSpPr/>
        <p:nvPr/>
      </p:nvGrpSpPr>
      <p:grpSpPr>
        <a:xfrm>
          <a:off x="0" y="0"/>
          <a:ext cx="0" cy="0"/>
          <a:chOff x="0" y="0"/>
          <a:chExt cx="0" cy="0"/>
        </a:xfrm>
      </p:grpSpPr>
      <p:sp>
        <p:nvSpPr>
          <p:cNvPr id="163" name="Google Shape;163;p10"/>
          <p:cNvSpPr txBox="1">
            <a:spLocks noGrp="1"/>
          </p:cNvSpPr>
          <p:nvPr>
            <p:ph type="title"/>
          </p:nvPr>
        </p:nvSpPr>
        <p:spPr>
          <a:xfrm>
            <a:off x="635508" y="79786"/>
            <a:ext cx="7200900" cy="1114425"/>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3300"/>
              <a:buFont typeface="Libre Franklin"/>
              <a:buNone/>
            </a:pPr>
            <a:r>
              <a:rPr lang="en-US"/>
              <a:t>Data Preparation Via EDA</a:t>
            </a:r>
            <a:endParaRPr/>
          </a:p>
        </p:txBody>
      </p:sp>
      <p:sp>
        <p:nvSpPr>
          <p:cNvPr id="164" name="Google Shape;164;p10"/>
          <p:cNvSpPr txBox="1">
            <a:spLocks noGrp="1"/>
          </p:cNvSpPr>
          <p:nvPr>
            <p:ph type="title" idx="4294967295"/>
          </p:nvPr>
        </p:nvSpPr>
        <p:spPr>
          <a:xfrm>
            <a:off x="1455738" y="1797050"/>
            <a:ext cx="7688262" cy="2927350"/>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1800"/>
              <a:buFont typeface="Libre Franklin"/>
              <a:buNone/>
            </a:pPr>
            <a:br>
              <a:rPr lang="en-US" sz="1800" b="0"/>
            </a:br>
            <a:br>
              <a:rPr lang="en-US" sz="1800" b="0"/>
            </a:br>
            <a:endParaRPr sz="1800" b="0"/>
          </a:p>
          <a:p>
            <a:pPr marL="0" lvl="0" indent="0" algn="l" rtl="0">
              <a:lnSpc>
                <a:spcPct val="89000"/>
              </a:lnSpc>
              <a:spcBef>
                <a:spcPts val="0"/>
              </a:spcBef>
              <a:spcAft>
                <a:spcPts val="0"/>
              </a:spcAft>
              <a:buClr>
                <a:schemeClr val="dk2"/>
              </a:buClr>
              <a:buSzPts val="1800"/>
              <a:buFont typeface="Libre Franklin"/>
              <a:buNone/>
            </a:pPr>
            <a:endParaRPr sz="1800" b="0"/>
          </a:p>
          <a:p>
            <a:pPr marL="0" lvl="0" indent="0" algn="l" rtl="0">
              <a:lnSpc>
                <a:spcPct val="89000"/>
              </a:lnSpc>
              <a:spcBef>
                <a:spcPts val="0"/>
              </a:spcBef>
              <a:spcAft>
                <a:spcPts val="0"/>
              </a:spcAft>
              <a:buClr>
                <a:schemeClr val="dk2"/>
              </a:buClr>
              <a:buSzPts val="1800"/>
              <a:buFont typeface="Libre Franklin"/>
              <a:buNone/>
            </a:pPr>
            <a:endParaRPr sz="1800" b="0"/>
          </a:p>
          <a:p>
            <a:pPr marL="0" lvl="0" indent="0" algn="l" rtl="0">
              <a:lnSpc>
                <a:spcPct val="89000"/>
              </a:lnSpc>
              <a:spcBef>
                <a:spcPts val="0"/>
              </a:spcBef>
              <a:spcAft>
                <a:spcPts val="0"/>
              </a:spcAft>
              <a:buClr>
                <a:schemeClr val="dk2"/>
              </a:buClr>
              <a:buSzPts val="1800"/>
              <a:buFont typeface="Libre Franklin"/>
              <a:buNone/>
            </a:pPr>
            <a:br>
              <a:rPr lang="en-US" sz="1800" b="0"/>
            </a:br>
            <a:br>
              <a:rPr lang="en-US" sz="1800" b="0"/>
            </a:br>
            <a:endParaRPr sz="1800" b="0"/>
          </a:p>
          <a:p>
            <a:pPr marL="0" lvl="0" indent="0" algn="l" rtl="0">
              <a:lnSpc>
                <a:spcPct val="89000"/>
              </a:lnSpc>
              <a:spcBef>
                <a:spcPts val="0"/>
              </a:spcBef>
              <a:spcAft>
                <a:spcPts val="0"/>
              </a:spcAft>
              <a:buClr>
                <a:schemeClr val="dk2"/>
              </a:buClr>
              <a:buSzPts val="3300"/>
              <a:buFont typeface="Libre Franklin"/>
              <a:buNone/>
            </a:pPr>
            <a:endParaRPr/>
          </a:p>
          <a:p>
            <a:pPr marL="0" lvl="0" indent="0" algn="l" rtl="0">
              <a:lnSpc>
                <a:spcPct val="89000"/>
              </a:lnSpc>
              <a:spcBef>
                <a:spcPts val="0"/>
              </a:spcBef>
              <a:spcAft>
                <a:spcPts val="0"/>
              </a:spcAft>
              <a:buClr>
                <a:schemeClr val="dk2"/>
              </a:buClr>
              <a:buSzPts val="3300"/>
              <a:buFont typeface="Libre Franklin"/>
              <a:buNone/>
            </a:pPr>
            <a:endParaRPr/>
          </a:p>
          <a:p>
            <a:pPr marL="0" lvl="0" indent="0" algn="l" rtl="0">
              <a:lnSpc>
                <a:spcPct val="89000"/>
              </a:lnSpc>
              <a:spcBef>
                <a:spcPts val="0"/>
              </a:spcBef>
              <a:spcAft>
                <a:spcPts val="0"/>
              </a:spcAft>
              <a:buClr>
                <a:schemeClr val="dk2"/>
              </a:buClr>
              <a:buSzPts val="3300"/>
              <a:buFont typeface="Libre Franklin"/>
              <a:buNone/>
            </a:pPr>
            <a:endParaRPr/>
          </a:p>
        </p:txBody>
      </p:sp>
      <p:pic>
        <p:nvPicPr>
          <p:cNvPr id="165" name="Google Shape;165;p10"/>
          <p:cNvPicPr preferRelativeResize="0"/>
          <p:nvPr/>
        </p:nvPicPr>
        <p:blipFill rotWithShape="1">
          <a:blip r:embed="rId3">
            <a:alphaModFix/>
          </a:blip>
          <a:srcRect/>
          <a:stretch/>
        </p:blipFill>
        <p:spPr>
          <a:xfrm>
            <a:off x="715618" y="863261"/>
            <a:ext cx="4223641" cy="2927351"/>
          </a:xfrm>
          <a:prstGeom prst="rect">
            <a:avLst/>
          </a:prstGeom>
          <a:noFill/>
          <a:ln>
            <a:noFill/>
          </a:ln>
        </p:spPr>
      </p:pic>
      <p:pic>
        <p:nvPicPr>
          <p:cNvPr id="166" name="Google Shape;166;p10"/>
          <p:cNvPicPr preferRelativeResize="0"/>
          <p:nvPr/>
        </p:nvPicPr>
        <p:blipFill rotWithShape="1">
          <a:blip r:embed="rId4">
            <a:alphaModFix/>
          </a:blip>
          <a:srcRect/>
          <a:stretch/>
        </p:blipFill>
        <p:spPr>
          <a:xfrm>
            <a:off x="4939259" y="802473"/>
            <a:ext cx="4094942" cy="3379878"/>
          </a:xfrm>
          <a:prstGeom prst="rect">
            <a:avLst/>
          </a:prstGeom>
          <a:noFill/>
          <a:ln>
            <a:noFill/>
          </a:ln>
        </p:spPr>
      </p:pic>
      <p:sp>
        <p:nvSpPr>
          <p:cNvPr id="167" name="Google Shape;167;p10"/>
          <p:cNvSpPr txBox="1"/>
          <p:nvPr/>
        </p:nvSpPr>
        <p:spPr>
          <a:xfrm>
            <a:off x="752503" y="4112422"/>
            <a:ext cx="8373511"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2"/>
                </a:solidFill>
                <a:latin typeface="Libre Franklin"/>
                <a:ea typeface="Libre Franklin"/>
                <a:cs typeface="Libre Franklin"/>
                <a:sym typeface="Libre Franklin"/>
              </a:rPr>
              <a:t>We noticed here that the </a:t>
            </a:r>
            <a:r>
              <a:rPr lang="en-US" sz="1800" b="1" dirty="0">
                <a:solidFill>
                  <a:schemeClr val="dk2"/>
                </a:solidFill>
                <a:latin typeface="Libre Franklin"/>
                <a:ea typeface="Libre Franklin"/>
                <a:cs typeface="Libre Franklin"/>
                <a:sym typeface="Libre Franklin"/>
              </a:rPr>
              <a:t>TMAX</a:t>
            </a:r>
            <a:r>
              <a:rPr lang="en-US" sz="1800" dirty="0">
                <a:solidFill>
                  <a:schemeClr val="dk2"/>
                </a:solidFill>
                <a:latin typeface="Libre Franklin"/>
                <a:ea typeface="Libre Franklin"/>
                <a:cs typeface="Libre Franklin"/>
                <a:sym typeface="Libre Franklin"/>
              </a:rPr>
              <a:t>, </a:t>
            </a:r>
            <a:r>
              <a:rPr lang="en-US" sz="1800" b="1" dirty="0">
                <a:solidFill>
                  <a:schemeClr val="dk2"/>
                </a:solidFill>
                <a:latin typeface="Libre Franklin"/>
                <a:ea typeface="Libre Franklin"/>
                <a:cs typeface="Libre Franklin"/>
                <a:sym typeface="Libre Franklin"/>
              </a:rPr>
              <a:t>TMIN</a:t>
            </a:r>
            <a:r>
              <a:rPr lang="en-US" sz="1800" dirty="0">
                <a:solidFill>
                  <a:schemeClr val="dk2"/>
                </a:solidFill>
                <a:latin typeface="Libre Franklin"/>
                <a:ea typeface="Libre Franklin"/>
                <a:cs typeface="Libre Franklin"/>
                <a:sym typeface="Libre Franklin"/>
              </a:rPr>
              <a:t>, </a:t>
            </a:r>
            <a:r>
              <a:rPr lang="en-US" sz="1800" b="1" dirty="0">
                <a:solidFill>
                  <a:schemeClr val="dk2"/>
                </a:solidFill>
                <a:latin typeface="Libre Franklin"/>
                <a:ea typeface="Libre Franklin"/>
                <a:cs typeface="Libre Franklin"/>
                <a:sym typeface="Libre Franklin"/>
              </a:rPr>
              <a:t>TAVG</a:t>
            </a:r>
            <a:r>
              <a:rPr lang="en-US" sz="1800" dirty="0">
                <a:solidFill>
                  <a:schemeClr val="dk2"/>
                </a:solidFill>
                <a:latin typeface="Libre Franklin"/>
                <a:ea typeface="Libre Franklin"/>
                <a:cs typeface="Libre Franklin"/>
                <a:sym typeface="Libre Franklin"/>
              </a:rPr>
              <a:t> were significantly correlated where as </a:t>
            </a:r>
            <a:r>
              <a:rPr lang="en-US" dirty="0">
                <a:ea typeface="Libre Franklin"/>
              </a:rPr>
              <a:t> </a:t>
            </a:r>
            <a:r>
              <a:rPr lang="en-US" sz="1800" b="1" dirty="0">
                <a:solidFill>
                  <a:schemeClr val="dk2"/>
                </a:solidFill>
                <a:latin typeface="Libre Franklin"/>
                <a:ea typeface="Libre Franklin"/>
                <a:cs typeface="Libre Franklin"/>
                <a:sym typeface="Libre Franklin"/>
              </a:rPr>
              <a:t>DISCOVERY_TIME </a:t>
            </a:r>
            <a:r>
              <a:rPr lang="en-US" sz="1800" dirty="0">
                <a:solidFill>
                  <a:schemeClr val="dk2"/>
                </a:solidFill>
                <a:latin typeface="Libre Franklin"/>
                <a:ea typeface="Libre Franklin"/>
                <a:cs typeface="Libre Franklin"/>
                <a:sym typeface="Libre Franklin"/>
              </a:rPr>
              <a:t>and </a:t>
            </a:r>
            <a:r>
              <a:rPr lang="en-US" sz="1800" b="1" dirty="0">
                <a:solidFill>
                  <a:schemeClr val="dk2"/>
                </a:solidFill>
                <a:latin typeface="Libre Franklin"/>
                <a:ea typeface="Libre Franklin"/>
                <a:cs typeface="Libre Franklin"/>
                <a:sym typeface="Libre Franklin"/>
              </a:rPr>
              <a:t>MONTH</a:t>
            </a:r>
            <a:r>
              <a:rPr lang="en-US" sz="1800" dirty="0">
                <a:solidFill>
                  <a:schemeClr val="dk2"/>
                </a:solidFill>
                <a:latin typeface="Libre Franklin"/>
                <a:ea typeface="Libre Franklin"/>
                <a:cs typeface="Libre Franklin"/>
                <a:sym typeface="Libre Franklin"/>
              </a:rPr>
              <a:t> also showed slight correlation when compared to the rest of the relevant data.</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1"/>
        <p:cNvGrpSpPr/>
        <p:nvPr/>
      </p:nvGrpSpPr>
      <p:grpSpPr>
        <a:xfrm>
          <a:off x="0" y="0"/>
          <a:ext cx="0" cy="0"/>
          <a:chOff x="0" y="0"/>
          <a:chExt cx="0" cy="0"/>
        </a:xfrm>
      </p:grpSpPr>
      <p:sp>
        <p:nvSpPr>
          <p:cNvPr id="172" name="Google Shape;172;p11"/>
          <p:cNvSpPr txBox="1">
            <a:spLocks noGrp="1"/>
          </p:cNvSpPr>
          <p:nvPr>
            <p:ph type="title"/>
          </p:nvPr>
        </p:nvSpPr>
        <p:spPr>
          <a:xfrm>
            <a:off x="670891" y="197371"/>
            <a:ext cx="7200900" cy="629829"/>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3300"/>
              <a:buFont typeface="Libre Franklin"/>
              <a:buNone/>
            </a:pPr>
            <a:r>
              <a:rPr lang="en-US" dirty="0"/>
              <a:t>Performance Evaluation</a:t>
            </a:r>
            <a:endParaRPr dirty="0"/>
          </a:p>
        </p:txBody>
      </p:sp>
      <p:graphicFrame>
        <p:nvGraphicFramePr>
          <p:cNvPr id="173" name="Google Shape;173;p11"/>
          <p:cNvGraphicFramePr/>
          <p:nvPr>
            <p:extLst>
              <p:ext uri="{D42A27DB-BD31-4B8C-83A1-F6EECF244321}">
                <p14:modId xmlns:p14="http://schemas.microsoft.com/office/powerpoint/2010/main" val="3463045937"/>
              </p:ext>
            </p:extLst>
          </p:nvPr>
        </p:nvGraphicFramePr>
        <p:xfrm>
          <a:off x="670891" y="959967"/>
          <a:ext cx="8150375" cy="3223565"/>
        </p:xfrm>
        <a:graphic>
          <a:graphicData uri="http://schemas.openxmlformats.org/drawingml/2006/table">
            <a:tbl>
              <a:tblPr firstRow="1" bandRow="1">
                <a:noFill/>
                <a:tableStyleId>{836B3322-F122-4F7F-AD47-A857A6750ECB}</a:tableStyleId>
              </a:tblPr>
              <a:tblGrid>
                <a:gridCol w="2868375">
                  <a:extLst>
                    <a:ext uri="{9D8B030D-6E8A-4147-A177-3AD203B41FA5}">
                      <a16:colId xmlns:a16="http://schemas.microsoft.com/office/drawing/2014/main" val="20000"/>
                    </a:ext>
                  </a:extLst>
                </a:gridCol>
                <a:gridCol w="1874250">
                  <a:extLst>
                    <a:ext uri="{9D8B030D-6E8A-4147-A177-3AD203B41FA5}">
                      <a16:colId xmlns:a16="http://schemas.microsoft.com/office/drawing/2014/main" val="20001"/>
                    </a:ext>
                  </a:extLst>
                </a:gridCol>
                <a:gridCol w="1363100">
                  <a:extLst>
                    <a:ext uri="{9D8B030D-6E8A-4147-A177-3AD203B41FA5}">
                      <a16:colId xmlns:a16="http://schemas.microsoft.com/office/drawing/2014/main" val="20002"/>
                    </a:ext>
                  </a:extLst>
                </a:gridCol>
                <a:gridCol w="2044650">
                  <a:extLst>
                    <a:ext uri="{9D8B030D-6E8A-4147-A177-3AD203B41FA5}">
                      <a16:colId xmlns:a16="http://schemas.microsoft.com/office/drawing/2014/main" val="20003"/>
                    </a:ext>
                  </a:extLst>
                </a:gridCol>
              </a:tblGrid>
              <a:tr h="276275">
                <a:tc>
                  <a:txBody>
                    <a:bodyPr/>
                    <a:lstStyle/>
                    <a:p>
                      <a:pPr marL="0" marR="0" lvl="0" indent="0" algn="l" rtl="0">
                        <a:spcBef>
                          <a:spcPts val="0"/>
                        </a:spcBef>
                        <a:spcAft>
                          <a:spcPts val="0"/>
                        </a:spcAft>
                        <a:buNone/>
                      </a:pPr>
                      <a:r>
                        <a:rPr lang="en-US" sz="1350">
                          <a:solidFill>
                            <a:schemeClr val="dk2"/>
                          </a:solidFill>
                        </a:rPr>
                        <a:t>MODEL</a:t>
                      </a:r>
                      <a:endParaRPr/>
                    </a:p>
                  </a:txBody>
                  <a:tcPr marL="91450" marR="91450" marT="45725" marB="45725"/>
                </a:tc>
                <a:tc>
                  <a:txBody>
                    <a:bodyPr/>
                    <a:lstStyle/>
                    <a:p>
                      <a:pPr marL="0" marR="0" lvl="0" indent="0" algn="l" rtl="0">
                        <a:spcBef>
                          <a:spcPts val="0"/>
                        </a:spcBef>
                        <a:spcAft>
                          <a:spcPts val="0"/>
                        </a:spcAft>
                        <a:buNone/>
                      </a:pPr>
                      <a:r>
                        <a:rPr lang="en-US" sz="1350">
                          <a:solidFill>
                            <a:schemeClr val="dk2"/>
                          </a:solidFill>
                        </a:rPr>
                        <a:t>ACCURACY</a:t>
                      </a:r>
                      <a:endParaRPr/>
                    </a:p>
                  </a:txBody>
                  <a:tcPr marL="91450" marR="91450" marT="45725" marB="45725"/>
                </a:tc>
                <a:tc>
                  <a:txBody>
                    <a:bodyPr/>
                    <a:lstStyle/>
                    <a:p>
                      <a:pPr marL="0" marR="0" lvl="0" indent="0" algn="l" rtl="0">
                        <a:spcBef>
                          <a:spcPts val="0"/>
                        </a:spcBef>
                        <a:spcAft>
                          <a:spcPts val="0"/>
                        </a:spcAft>
                        <a:buNone/>
                      </a:pPr>
                      <a:r>
                        <a:rPr lang="en-US" sz="1350">
                          <a:solidFill>
                            <a:schemeClr val="dk2"/>
                          </a:solidFill>
                        </a:rPr>
                        <a:t>F1 SCORE</a:t>
                      </a:r>
                      <a:endParaRPr/>
                    </a:p>
                  </a:txBody>
                  <a:tcPr marL="91450" marR="91450" marT="45725" marB="45725"/>
                </a:tc>
                <a:tc>
                  <a:txBody>
                    <a:bodyPr/>
                    <a:lstStyle/>
                    <a:p>
                      <a:pPr marL="0" marR="0" lvl="0" indent="0" algn="l" rtl="0">
                        <a:spcBef>
                          <a:spcPts val="0"/>
                        </a:spcBef>
                        <a:spcAft>
                          <a:spcPts val="0"/>
                        </a:spcAft>
                        <a:buNone/>
                      </a:pPr>
                      <a:r>
                        <a:rPr lang="en-US" sz="1350">
                          <a:solidFill>
                            <a:schemeClr val="dk2"/>
                          </a:solidFill>
                        </a:rPr>
                        <a:t>MODEL CONSIDERED</a:t>
                      </a:r>
                      <a:endParaRPr/>
                    </a:p>
                  </a:txBody>
                  <a:tcPr marL="91450" marR="91450" marT="45725" marB="45725"/>
                </a:tc>
                <a:extLst>
                  <a:ext uri="{0D108BD9-81ED-4DB2-BD59-A6C34878D82A}">
                    <a16:rowId xmlns:a16="http://schemas.microsoft.com/office/drawing/2014/main" val="10000"/>
                  </a:ext>
                </a:extLst>
              </a:tr>
              <a:tr h="411725">
                <a:tc>
                  <a:txBody>
                    <a:bodyPr/>
                    <a:lstStyle/>
                    <a:p>
                      <a:pPr marL="0" marR="0" lvl="0" indent="0" algn="l" rtl="0">
                        <a:spcBef>
                          <a:spcPts val="0"/>
                        </a:spcBef>
                        <a:spcAft>
                          <a:spcPts val="0"/>
                        </a:spcAft>
                        <a:buNone/>
                      </a:pPr>
                      <a:r>
                        <a:rPr lang="en-US" sz="1350">
                          <a:solidFill>
                            <a:schemeClr val="dk2"/>
                          </a:solidFill>
                        </a:rPr>
                        <a:t>Support Vector Classifier</a:t>
                      </a:r>
                      <a:endParaRPr/>
                    </a:p>
                  </a:txBody>
                  <a:tcPr marL="91450" marR="91450" marT="45725" marB="45725"/>
                </a:tc>
                <a:tc>
                  <a:txBody>
                    <a:bodyPr/>
                    <a:lstStyle/>
                    <a:p>
                      <a:pPr marL="0" marR="0" lvl="0" indent="0" algn="l" rtl="0">
                        <a:spcBef>
                          <a:spcPts val="0"/>
                        </a:spcBef>
                        <a:spcAft>
                          <a:spcPts val="0"/>
                        </a:spcAft>
                        <a:buNone/>
                      </a:pPr>
                      <a:r>
                        <a:rPr lang="en-US" sz="1350" b="0" i="0" dirty="0">
                          <a:solidFill>
                            <a:schemeClr val="dk2"/>
                          </a:solidFill>
                          <a:latin typeface="Libre Franklin"/>
                          <a:ea typeface="Libre Franklin"/>
                          <a:cs typeface="Libre Franklin"/>
                          <a:sym typeface="Libre Franklin"/>
                        </a:rPr>
                        <a:t>83%</a:t>
                      </a:r>
                      <a:endParaRPr sz="1350" dirty="0">
                        <a:solidFill>
                          <a:schemeClr val="dk2"/>
                        </a:solidFill>
                      </a:endParaRPr>
                    </a:p>
                  </a:txBody>
                  <a:tcPr marL="91450" marR="91450" marT="45725" marB="45725"/>
                </a:tc>
                <a:tc>
                  <a:txBody>
                    <a:bodyPr/>
                    <a:lstStyle/>
                    <a:p>
                      <a:pPr marL="0" marR="0" lvl="0" indent="0" algn="l" rtl="0">
                        <a:spcBef>
                          <a:spcPts val="0"/>
                        </a:spcBef>
                        <a:spcAft>
                          <a:spcPts val="0"/>
                        </a:spcAft>
                        <a:buNone/>
                      </a:pPr>
                      <a:r>
                        <a:rPr lang="en-US" sz="1350" b="0" i="0">
                          <a:solidFill>
                            <a:schemeClr val="dk2"/>
                          </a:solidFill>
                          <a:latin typeface="Libre Franklin"/>
                          <a:ea typeface="Libre Franklin"/>
                          <a:cs typeface="Libre Franklin"/>
                          <a:sym typeface="Libre Franklin"/>
                        </a:rPr>
                        <a:t>79% </a:t>
                      </a:r>
                      <a:endParaRPr sz="1350">
                        <a:solidFill>
                          <a:schemeClr val="dk2"/>
                        </a:solidFill>
                      </a:endParaRPr>
                    </a:p>
                  </a:txBody>
                  <a:tcPr marL="91450" marR="91450" marT="45725" marB="45725"/>
                </a:tc>
                <a:tc>
                  <a:txBody>
                    <a:bodyPr/>
                    <a:lstStyle/>
                    <a:p>
                      <a:pPr marL="0" marR="0" lvl="0" indent="0" algn="l" rtl="0">
                        <a:spcBef>
                          <a:spcPts val="0"/>
                        </a:spcBef>
                        <a:spcAft>
                          <a:spcPts val="0"/>
                        </a:spcAft>
                        <a:buNone/>
                      </a:pPr>
                      <a:endParaRPr sz="1350">
                        <a:solidFill>
                          <a:schemeClr val="dk2"/>
                        </a:solidFill>
                      </a:endParaRPr>
                    </a:p>
                  </a:txBody>
                  <a:tcPr marL="91450" marR="91450" marT="45725" marB="45725"/>
                </a:tc>
                <a:extLst>
                  <a:ext uri="{0D108BD9-81ED-4DB2-BD59-A6C34878D82A}">
                    <a16:rowId xmlns:a16="http://schemas.microsoft.com/office/drawing/2014/main" val="10001"/>
                  </a:ext>
                </a:extLst>
              </a:tr>
              <a:tr h="462225">
                <a:tc>
                  <a:txBody>
                    <a:bodyPr/>
                    <a:lstStyle/>
                    <a:p>
                      <a:pPr marL="0" marR="0" lvl="0" indent="0" algn="l" rtl="0">
                        <a:lnSpc>
                          <a:spcPct val="100000"/>
                        </a:lnSpc>
                        <a:spcBef>
                          <a:spcPts val="0"/>
                        </a:spcBef>
                        <a:spcAft>
                          <a:spcPts val="0"/>
                        </a:spcAft>
                        <a:buClr>
                          <a:schemeClr val="dk2"/>
                        </a:buClr>
                        <a:buSzPts val="1350"/>
                        <a:buFont typeface="Libre Franklin"/>
                        <a:buNone/>
                      </a:pPr>
                      <a:r>
                        <a:rPr lang="en-US" sz="1350" b="0" i="0">
                          <a:solidFill>
                            <a:schemeClr val="dk2"/>
                          </a:solidFill>
                          <a:latin typeface="Libre Franklin"/>
                          <a:ea typeface="Libre Franklin"/>
                          <a:cs typeface="Libre Franklin"/>
                          <a:sym typeface="Libre Franklin"/>
                        </a:rPr>
                        <a:t>Linear Support Vector Classifier</a:t>
                      </a:r>
                      <a:endParaRPr/>
                    </a:p>
                    <a:p>
                      <a:pPr marL="0" marR="0" lvl="0" indent="0" algn="l" rtl="0">
                        <a:spcBef>
                          <a:spcPts val="0"/>
                        </a:spcBef>
                        <a:spcAft>
                          <a:spcPts val="0"/>
                        </a:spcAft>
                        <a:buNone/>
                      </a:pPr>
                      <a:endParaRPr sz="1350">
                        <a:solidFill>
                          <a:schemeClr val="dk2"/>
                        </a:solidFill>
                      </a:endParaRPr>
                    </a:p>
                  </a:txBody>
                  <a:tcPr marL="91450" marR="91450" marT="45725" marB="45725"/>
                </a:tc>
                <a:tc>
                  <a:txBody>
                    <a:bodyPr/>
                    <a:lstStyle/>
                    <a:p>
                      <a:pPr marL="0" marR="0" lvl="0" indent="0" algn="l" rtl="0">
                        <a:spcBef>
                          <a:spcPts val="0"/>
                        </a:spcBef>
                        <a:spcAft>
                          <a:spcPts val="0"/>
                        </a:spcAft>
                        <a:buNone/>
                      </a:pPr>
                      <a:r>
                        <a:rPr lang="en-US" sz="1350" b="0" i="0">
                          <a:solidFill>
                            <a:schemeClr val="dk2"/>
                          </a:solidFill>
                          <a:latin typeface="Libre Franklin"/>
                          <a:ea typeface="Libre Franklin"/>
                          <a:cs typeface="Libre Franklin"/>
                          <a:sym typeface="Libre Franklin"/>
                        </a:rPr>
                        <a:t>82%</a:t>
                      </a:r>
                      <a:endParaRPr sz="1350">
                        <a:solidFill>
                          <a:schemeClr val="dk2"/>
                        </a:solidFill>
                      </a:endParaRPr>
                    </a:p>
                  </a:txBody>
                  <a:tcPr marL="91450" marR="91450" marT="45725" marB="45725"/>
                </a:tc>
                <a:tc>
                  <a:txBody>
                    <a:bodyPr/>
                    <a:lstStyle/>
                    <a:p>
                      <a:pPr marL="0" marR="0" lvl="0" indent="0" algn="l" rtl="0">
                        <a:spcBef>
                          <a:spcPts val="0"/>
                        </a:spcBef>
                        <a:spcAft>
                          <a:spcPts val="0"/>
                        </a:spcAft>
                        <a:buNone/>
                      </a:pPr>
                      <a:r>
                        <a:rPr lang="en-US" sz="1350">
                          <a:solidFill>
                            <a:schemeClr val="dk2"/>
                          </a:solidFill>
                        </a:rPr>
                        <a:t>78%</a:t>
                      </a:r>
                      <a:endParaRPr/>
                    </a:p>
                  </a:txBody>
                  <a:tcPr marL="91450" marR="91450" marT="45725" marB="45725"/>
                </a:tc>
                <a:tc>
                  <a:txBody>
                    <a:bodyPr/>
                    <a:lstStyle/>
                    <a:p>
                      <a:pPr marL="0" marR="0" lvl="0" indent="0" algn="l" rtl="0">
                        <a:spcBef>
                          <a:spcPts val="0"/>
                        </a:spcBef>
                        <a:spcAft>
                          <a:spcPts val="0"/>
                        </a:spcAft>
                        <a:buNone/>
                      </a:pPr>
                      <a:endParaRPr sz="1350">
                        <a:solidFill>
                          <a:schemeClr val="dk2"/>
                        </a:solidFill>
                      </a:endParaRPr>
                    </a:p>
                  </a:txBody>
                  <a:tcPr marL="91450" marR="91450" marT="45725" marB="45725"/>
                </a:tc>
                <a:extLst>
                  <a:ext uri="{0D108BD9-81ED-4DB2-BD59-A6C34878D82A}">
                    <a16:rowId xmlns:a16="http://schemas.microsoft.com/office/drawing/2014/main" val="10002"/>
                  </a:ext>
                </a:extLst>
              </a:tr>
              <a:tr h="462225">
                <a:tc>
                  <a:txBody>
                    <a:bodyPr/>
                    <a:lstStyle/>
                    <a:p>
                      <a:pPr marL="0" marR="0" lvl="0" indent="0" algn="l" rtl="0">
                        <a:lnSpc>
                          <a:spcPct val="100000"/>
                        </a:lnSpc>
                        <a:spcBef>
                          <a:spcPts val="0"/>
                        </a:spcBef>
                        <a:spcAft>
                          <a:spcPts val="0"/>
                        </a:spcAft>
                        <a:buClr>
                          <a:schemeClr val="dk2"/>
                        </a:buClr>
                        <a:buSzPts val="1350"/>
                        <a:buFont typeface="Libre Franklin"/>
                        <a:buNone/>
                      </a:pPr>
                      <a:r>
                        <a:rPr lang="en-US" sz="1350" b="0" i="0">
                          <a:solidFill>
                            <a:schemeClr val="dk2"/>
                          </a:solidFill>
                          <a:latin typeface="Libre Franklin"/>
                          <a:ea typeface="Libre Franklin"/>
                          <a:cs typeface="Libre Franklin"/>
                          <a:sym typeface="Libre Franklin"/>
                        </a:rPr>
                        <a:t>Decision Tree</a:t>
                      </a:r>
                      <a:endParaRPr/>
                    </a:p>
                    <a:p>
                      <a:pPr marL="0" marR="0" lvl="0" indent="0" algn="l" rtl="0">
                        <a:spcBef>
                          <a:spcPts val="0"/>
                        </a:spcBef>
                        <a:spcAft>
                          <a:spcPts val="0"/>
                        </a:spcAft>
                        <a:buNone/>
                      </a:pPr>
                      <a:endParaRPr sz="1350">
                        <a:solidFill>
                          <a:schemeClr val="dk2"/>
                        </a:solidFill>
                      </a:endParaRPr>
                    </a:p>
                  </a:txBody>
                  <a:tcPr marL="91450" marR="91450" marT="45725" marB="45725"/>
                </a:tc>
                <a:tc>
                  <a:txBody>
                    <a:bodyPr/>
                    <a:lstStyle/>
                    <a:p>
                      <a:pPr marL="0" marR="0" lvl="0" indent="0" algn="l" rtl="0">
                        <a:spcBef>
                          <a:spcPts val="0"/>
                        </a:spcBef>
                        <a:spcAft>
                          <a:spcPts val="0"/>
                        </a:spcAft>
                        <a:buNone/>
                      </a:pPr>
                      <a:r>
                        <a:rPr lang="en-US" sz="1350">
                          <a:solidFill>
                            <a:schemeClr val="dk2"/>
                          </a:solidFill>
                        </a:rPr>
                        <a:t>77%</a:t>
                      </a:r>
                      <a:endParaRPr/>
                    </a:p>
                  </a:txBody>
                  <a:tcPr marL="91450" marR="91450" marT="45725" marB="45725"/>
                </a:tc>
                <a:tc>
                  <a:txBody>
                    <a:bodyPr/>
                    <a:lstStyle/>
                    <a:p>
                      <a:pPr marL="0" marR="0" lvl="0" indent="0" algn="l" rtl="0">
                        <a:spcBef>
                          <a:spcPts val="0"/>
                        </a:spcBef>
                        <a:spcAft>
                          <a:spcPts val="0"/>
                        </a:spcAft>
                        <a:buNone/>
                      </a:pPr>
                      <a:r>
                        <a:rPr lang="en-US" sz="1350">
                          <a:solidFill>
                            <a:schemeClr val="dk2"/>
                          </a:solidFill>
                        </a:rPr>
                        <a:t>72%</a:t>
                      </a:r>
                      <a:endParaRPr/>
                    </a:p>
                  </a:txBody>
                  <a:tcPr marL="91450" marR="91450" marT="45725" marB="45725"/>
                </a:tc>
                <a:tc>
                  <a:txBody>
                    <a:bodyPr/>
                    <a:lstStyle/>
                    <a:p>
                      <a:pPr marL="0" marR="0" lvl="0" indent="0" algn="l" rtl="0">
                        <a:spcBef>
                          <a:spcPts val="0"/>
                        </a:spcBef>
                        <a:spcAft>
                          <a:spcPts val="0"/>
                        </a:spcAft>
                        <a:buNone/>
                      </a:pPr>
                      <a:endParaRPr sz="1350">
                        <a:solidFill>
                          <a:schemeClr val="dk2"/>
                        </a:solidFill>
                      </a:endParaRPr>
                    </a:p>
                  </a:txBody>
                  <a:tcPr marL="91450" marR="91450" marT="45725" marB="45725"/>
                </a:tc>
                <a:extLst>
                  <a:ext uri="{0D108BD9-81ED-4DB2-BD59-A6C34878D82A}">
                    <a16:rowId xmlns:a16="http://schemas.microsoft.com/office/drawing/2014/main" val="10003"/>
                  </a:ext>
                </a:extLst>
              </a:tr>
              <a:tr h="462225">
                <a:tc>
                  <a:txBody>
                    <a:bodyPr/>
                    <a:lstStyle/>
                    <a:p>
                      <a:pPr marL="0" marR="0" lvl="0" indent="0" algn="l" rtl="0">
                        <a:lnSpc>
                          <a:spcPct val="100000"/>
                        </a:lnSpc>
                        <a:spcBef>
                          <a:spcPts val="0"/>
                        </a:spcBef>
                        <a:spcAft>
                          <a:spcPts val="0"/>
                        </a:spcAft>
                        <a:buClr>
                          <a:schemeClr val="dk2"/>
                        </a:buClr>
                        <a:buSzPts val="1350"/>
                        <a:buFont typeface="Libre Franklin"/>
                        <a:buNone/>
                      </a:pPr>
                      <a:r>
                        <a:rPr lang="en-US" sz="1350" b="0" i="0">
                          <a:solidFill>
                            <a:schemeClr val="dk2"/>
                          </a:solidFill>
                          <a:latin typeface="Libre Franklin"/>
                          <a:ea typeface="Libre Franklin"/>
                          <a:cs typeface="Libre Franklin"/>
                          <a:sym typeface="Libre Franklin"/>
                        </a:rPr>
                        <a:t>KNN</a:t>
                      </a:r>
                      <a:endParaRPr/>
                    </a:p>
                    <a:p>
                      <a:pPr marL="0" marR="0" lvl="0" indent="0" algn="l" rtl="0">
                        <a:spcBef>
                          <a:spcPts val="0"/>
                        </a:spcBef>
                        <a:spcAft>
                          <a:spcPts val="0"/>
                        </a:spcAft>
                        <a:buNone/>
                      </a:pPr>
                      <a:endParaRPr sz="1350">
                        <a:solidFill>
                          <a:schemeClr val="dk2"/>
                        </a:solidFill>
                      </a:endParaRPr>
                    </a:p>
                  </a:txBody>
                  <a:tcPr marL="91450" marR="91450" marT="45725" marB="45725"/>
                </a:tc>
                <a:tc>
                  <a:txBody>
                    <a:bodyPr/>
                    <a:lstStyle/>
                    <a:p>
                      <a:pPr marL="0" marR="0" lvl="0" indent="0" algn="l" rtl="0">
                        <a:spcBef>
                          <a:spcPts val="0"/>
                        </a:spcBef>
                        <a:spcAft>
                          <a:spcPts val="0"/>
                        </a:spcAft>
                        <a:buNone/>
                      </a:pPr>
                      <a:r>
                        <a:rPr lang="en-US" sz="1350">
                          <a:solidFill>
                            <a:schemeClr val="dk2"/>
                          </a:solidFill>
                        </a:rPr>
                        <a:t>76%</a:t>
                      </a:r>
                      <a:endParaRPr/>
                    </a:p>
                  </a:txBody>
                  <a:tcPr marL="91450" marR="91450" marT="45725" marB="45725"/>
                </a:tc>
                <a:tc>
                  <a:txBody>
                    <a:bodyPr/>
                    <a:lstStyle/>
                    <a:p>
                      <a:pPr marL="0" marR="0" lvl="0" indent="0" algn="l" rtl="0">
                        <a:spcBef>
                          <a:spcPts val="0"/>
                        </a:spcBef>
                        <a:spcAft>
                          <a:spcPts val="0"/>
                        </a:spcAft>
                        <a:buNone/>
                      </a:pPr>
                      <a:r>
                        <a:rPr lang="en-US" sz="1350">
                          <a:solidFill>
                            <a:schemeClr val="dk2"/>
                          </a:solidFill>
                        </a:rPr>
                        <a:t>74%</a:t>
                      </a:r>
                      <a:endParaRPr/>
                    </a:p>
                  </a:txBody>
                  <a:tcPr marL="91450" marR="91450" marT="45725" marB="45725"/>
                </a:tc>
                <a:tc>
                  <a:txBody>
                    <a:bodyPr/>
                    <a:lstStyle/>
                    <a:p>
                      <a:pPr marL="0" marR="0" lvl="0" indent="0" algn="l" rtl="0">
                        <a:spcBef>
                          <a:spcPts val="0"/>
                        </a:spcBef>
                        <a:spcAft>
                          <a:spcPts val="0"/>
                        </a:spcAft>
                        <a:buNone/>
                      </a:pPr>
                      <a:endParaRPr sz="1350">
                        <a:solidFill>
                          <a:schemeClr val="dk2"/>
                        </a:solidFill>
                      </a:endParaRPr>
                    </a:p>
                  </a:txBody>
                  <a:tcPr marL="91450" marR="91450" marT="45725" marB="45725"/>
                </a:tc>
                <a:extLst>
                  <a:ext uri="{0D108BD9-81ED-4DB2-BD59-A6C34878D82A}">
                    <a16:rowId xmlns:a16="http://schemas.microsoft.com/office/drawing/2014/main" val="10004"/>
                  </a:ext>
                </a:extLst>
              </a:tr>
              <a:tr h="462225">
                <a:tc>
                  <a:txBody>
                    <a:bodyPr/>
                    <a:lstStyle/>
                    <a:p>
                      <a:pPr marL="0" marR="0" lvl="0" indent="0" algn="l" rtl="0">
                        <a:lnSpc>
                          <a:spcPct val="100000"/>
                        </a:lnSpc>
                        <a:spcBef>
                          <a:spcPts val="0"/>
                        </a:spcBef>
                        <a:spcAft>
                          <a:spcPts val="0"/>
                        </a:spcAft>
                        <a:buClr>
                          <a:schemeClr val="dk2"/>
                        </a:buClr>
                        <a:buSzPts val="1350"/>
                        <a:buFont typeface="Libre Franklin"/>
                        <a:buNone/>
                      </a:pPr>
                      <a:r>
                        <a:rPr lang="en-US" sz="1350">
                          <a:solidFill>
                            <a:schemeClr val="dk2"/>
                          </a:solidFill>
                          <a:latin typeface="Libre Franklin"/>
                          <a:ea typeface="Libre Franklin"/>
                          <a:cs typeface="Libre Franklin"/>
                          <a:sym typeface="Libre Franklin"/>
                        </a:rPr>
                        <a:t>Logistic</a:t>
                      </a:r>
                      <a:r>
                        <a:rPr lang="en-US" sz="1350" b="0" i="0">
                          <a:solidFill>
                            <a:schemeClr val="dk2"/>
                          </a:solidFill>
                          <a:latin typeface="Libre Franklin"/>
                          <a:ea typeface="Libre Franklin"/>
                          <a:cs typeface="Libre Franklin"/>
                          <a:sym typeface="Libre Franklin"/>
                        </a:rPr>
                        <a:t> Regression</a:t>
                      </a:r>
                      <a:endParaRPr/>
                    </a:p>
                    <a:p>
                      <a:pPr marL="0" marR="0" lvl="0" indent="0" algn="l" rtl="0">
                        <a:spcBef>
                          <a:spcPts val="0"/>
                        </a:spcBef>
                        <a:spcAft>
                          <a:spcPts val="0"/>
                        </a:spcAft>
                        <a:buNone/>
                      </a:pPr>
                      <a:endParaRPr sz="1350">
                        <a:solidFill>
                          <a:schemeClr val="dk2"/>
                        </a:solidFill>
                      </a:endParaRPr>
                    </a:p>
                  </a:txBody>
                  <a:tcPr marL="91450" marR="91450" marT="45725" marB="45725"/>
                </a:tc>
                <a:tc>
                  <a:txBody>
                    <a:bodyPr/>
                    <a:lstStyle/>
                    <a:p>
                      <a:pPr marL="0" marR="0" lvl="0" indent="0" algn="l" rtl="0">
                        <a:spcBef>
                          <a:spcPts val="0"/>
                        </a:spcBef>
                        <a:spcAft>
                          <a:spcPts val="0"/>
                        </a:spcAft>
                        <a:buNone/>
                      </a:pPr>
                      <a:r>
                        <a:rPr lang="en-US" sz="1350">
                          <a:solidFill>
                            <a:schemeClr val="dk2"/>
                          </a:solidFill>
                        </a:rPr>
                        <a:t>82%</a:t>
                      </a:r>
                      <a:endParaRPr/>
                    </a:p>
                  </a:txBody>
                  <a:tcPr marL="91450" marR="91450" marT="45725" marB="45725"/>
                </a:tc>
                <a:tc>
                  <a:txBody>
                    <a:bodyPr/>
                    <a:lstStyle/>
                    <a:p>
                      <a:pPr marL="0" marR="0" lvl="0" indent="0" algn="l" rtl="0">
                        <a:spcBef>
                          <a:spcPts val="0"/>
                        </a:spcBef>
                        <a:spcAft>
                          <a:spcPts val="0"/>
                        </a:spcAft>
                        <a:buNone/>
                      </a:pPr>
                      <a:r>
                        <a:rPr lang="en-US" sz="1350">
                          <a:solidFill>
                            <a:schemeClr val="dk2"/>
                          </a:solidFill>
                        </a:rPr>
                        <a:t>78%</a:t>
                      </a:r>
                      <a:endParaRPr/>
                    </a:p>
                  </a:txBody>
                  <a:tcPr marL="91450" marR="91450" marT="45725" marB="45725"/>
                </a:tc>
                <a:tc>
                  <a:txBody>
                    <a:bodyPr/>
                    <a:lstStyle/>
                    <a:p>
                      <a:pPr marL="0" marR="0" lvl="0" indent="0" algn="l" rtl="0">
                        <a:spcBef>
                          <a:spcPts val="0"/>
                        </a:spcBef>
                        <a:spcAft>
                          <a:spcPts val="0"/>
                        </a:spcAft>
                        <a:buNone/>
                      </a:pPr>
                      <a:endParaRPr sz="1350">
                        <a:solidFill>
                          <a:schemeClr val="dk2"/>
                        </a:solidFill>
                      </a:endParaRPr>
                    </a:p>
                  </a:txBody>
                  <a:tcPr marL="91450" marR="91450" marT="45725" marB="45725"/>
                </a:tc>
                <a:extLst>
                  <a:ext uri="{0D108BD9-81ED-4DB2-BD59-A6C34878D82A}">
                    <a16:rowId xmlns:a16="http://schemas.microsoft.com/office/drawing/2014/main" val="10005"/>
                  </a:ext>
                </a:extLst>
              </a:tr>
              <a:tr h="462225">
                <a:tc>
                  <a:txBody>
                    <a:bodyPr/>
                    <a:lstStyle/>
                    <a:p>
                      <a:pPr marL="0" marR="0" lvl="0" indent="0" algn="l" rtl="0">
                        <a:lnSpc>
                          <a:spcPct val="100000"/>
                        </a:lnSpc>
                        <a:spcBef>
                          <a:spcPts val="0"/>
                        </a:spcBef>
                        <a:spcAft>
                          <a:spcPts val="0"/>
                        </a:spcAft>
                        <a:buClr>
                          <a:schemeClr val="dk2"/>
                        </a:buClr>
                        <a:buSzPts val="1350"/>
                        <a:buFont typeface="Libre Franklin"/>
                        <a:buNone/>
                      </a:pPr>
                      <a:r>
                        <a:rPr lang="en-US" sz="1350" b="0" i="0">
                          <a:solidFill>
                            <a:schemeClr val="dk2"/>
                          </a:solidFill>
                          <a:latin typeface="Libre Franklin"/>
                          <a:ea typeface="Libre Franklin"/>
                          <a:cs typeface="Libre Franklin"/>
                          <a:sym typeface="Libre Franklin"/>
                        </a:rPr>
                        <a:t>Random Forest Classifier</a:t>
                      </a:r>
                      <a:endParaRPr/>
                    </a:p>
                    <a:p>
                      <a:pPr marL="0" marR="0" lvl="0" indent="0" algn="l" rtl="0">
                        <a:spcBef>
                          <a:spcPts val="0"/>
                        </a:spcBef>
                        <a:spcAft>
                          <a:spcPts val="0"/>
                        </a:spcAft>
                        <a:buNone/>
                      </a:pPr>
                      <a:endParaRPr sz="1350">
                        <a:solidFill>
                          <a:schemeClr val="dk2"/>
                        </a:solidFill>
                      </a:endParaRPr>
                    </a:p>
                  </a:txBody>
                  <a:tcPr marL="91450" marR="91450" marT="45725" marB="45725"/>
                </a:tc>
                <a:tc>
                  <a:txBody>
                    <a:bodyPr/>
                    <a:lstStyle/>
                    <a:p>
                      <a:pPr marL="0" marR="0" lvl="0" indent="0" algn="l" rtl="0">
                        <a:spcBef>
                          <a:spcPts val="0"/>
                        </a:spcBef>
                        <a:spcAft>
                          <a:spcPts val="0"/>
                        </a:spcAft>
                        <a:buNone/>
                      </a:pPr>
                      <a:r>
                        <a:rPr lang="en-US" sz="1350">
                          <a:solidFill>
                            <a:schemeClr val="dk2"/>
                          </a:solidFill>
                        </a:rPr>
                        <a:t>82%</a:t>
                      </a:r>
                      <a:endParaRPr/>
                    </a:p>
                  </a:txBody>
                  <a:tcPr marL="91450" marR="91450" marT="45725" marB="45725"/>
                </a:tc>
                <a:tc>
                  <a:txBody>
                    <a:bodyPr/>
                    <a:lstStyle/>
                    <a:p>
                      <a:pPr marL="0" marR="0" lvl="0" indent="0" algn="l" rtl="0">
                        <a:spcBef>
                          <a:spcPts val="0"/>
                        </a:spcBef>
                        <a:spcAft>
                          <a:spcPts val="0"/>
                        </a:spcAft>
                        <a:buNone/>
                      </a:pPr>
                      <a:r>
                        <a:rPr lang="en-US" sz="1350">
                          <a:solidFill>
                            <a:schemeClr val="dk2"/>
                          </a:solidFill>
                        </a:rPr>
                        <a:t>78%</a:t>
                      </a:r>
                      <a:endParaRPr/>
                    </a:p>
                  </a:txBody>
                  <a:tcPr marL="91450" marR="91450" marT="45725" marB="45725"/>
                </a:tc>
                <a:tc>
                  <a:txBody>
                    <a:bodyPr/>
                    <a:lstStyle/>
                    <a:p>
                      <a:pPr marL="0" marR="0" lvl="0" indent="0" algn="l" rtl="0">
                        <a:spcBef>
                          <a:spcPts val="0"/>
                        </a:spcBef>
                        <a:spcAft>
                          <a:spcPts val="0"/>
                        </a:spcAft>
                        <a:buNone/>
                      </a:pPr>
                      <a:endParaRPr sz="1350" dirty="0">
                        <a:solidFill>
                          <a:schemeClr val="dk2"/>
                        </a:solidFill>
                      </a:endParaRPr>
                    </a:p>
                  </a:txBody>
                  <a:tcPr marL="91450" marR="91450" marT="45725" marB="45725"/>
                </a:tc>
                <a:extLst>
                  <a:ext uri="{0D108BD9-81ED-4DB2-BD59-A6C34878D82A}">
                    <a16:rowId xmlns:a16="http://schemas.microsoft.com/office/drawing/2014/main" val="10006"/>
                  </a:ext>
                </a:extLst>
              </a:tr>
            </a:tbl>
          </a:graphicData>
        </a:graphic>
      </p:graphicFrame>
      <p:pic>
        <p:nvPicPr>
          <p:cNvPr id="174" name="Google Shape;174;p11" descr="Badge Tick1 with solid fill"/>
          <p:cNvPicPr preferRelativeResize="0"/>
          <p:nvPr/>
        </p:nvPicPr>
        <p:blipFill rotWithShape="1">
          <a:blip r:embed="rId3">
            <a:alphaModFix/>
          </a:blip>
          <a:srcRect/>
          <a:stretch/>
        </p:blipFill>
        <p:spPr>
          <a:xfrm>
            <a:off x="7484249" y="1309814"/>
            <a:ext cx="257414" cy="257414"/>
          </a:xfrm>
          <a:prstGeom prst="rect">
            <a:avLst/>
          </a:prstGeom>
          <a:noFill/>
          <a:ln>
            <a:noFill/>
          </a:ln>
        </p:spPr>
      </p:pic>
      <p:pic>
        <p:nvPicPr>
          <p:cNvPr id="175" name="Google Shape;175;p11" descr="Badge Tick1 with solid fill"/>
          <p:cNvPicPr preferRelativeResize="0"/>
          <p:nvPr/>
        </p:nvPicPr>
        <p:blipFill rotWithShape="1">
          <a:blip r:embed="rId4">
            <a:alphaModFix/>
          </a:blip>
          <a:srcRect/>
          <a:stretch/>
        </p:blipFill>
        <p:spPr>
          <a:xfrm>
            <a:off x="7507942" y="3737811"/>
            <a:ext cx="257414" cy="257414"/>
          </a:xfrm>
          <a:prstGeom prst="rect">
            <a:avLst/>
          </a:prstGeom>
          <a:noFill/>
          <a:ln>
            <a:noFill/>
          </a:ln>
        </p:spPr>
      </p:pic>
      <p:pic>
        <p:nvPicPr>
          <p:cNvPr id="176" name="Google Shape;176;p11" descr="Badge Tick1 with solid fill"/>
          <p:cNvPicPr preferRelativeResize="0"/>
          <p:nvPr/>
        </p:nvPicPr>
        <p:blipFill rotWithShape="1">
          <a:blip r:embed="rId4">
            <a:alphaModFix/>
          </a:blip>
          <a:srcRect/>
          <a:stretch/>
        </p:blipFill>
        <p:spPr>
          <a:xfrm>
            <a:off x="7484249" y="1742926"/>
            <a:ext cx="257414" cy="257414"/>
          </a:xfrm>
          <a:prstGeom prst="rect">
            <a:avLst/>
          </a:prstGeom>
          <a:noFill/>
          <a:ln>
            <a:noFill/>
          </a:ln>
        </p:spPr>
      </p:pic>
      <p:pic>
        <p:nvPicPr>
          <p:cNvPr id="177" name="Google Shape;177;p11" descr="Badge Tick1 with solid fill"/>
          <p:cNvPicPr preferRelativeResize="0"/>
          <p:nvPr/>
        </p:nvPicPr>
        <p:blipFill rotWithShape="1">
          <a:blip r:embed="rId4">
            <a:alphaModFix/>
          </a:blip>
          <a:srcRect/>
          <a:stretch/>
        </p:blipFill>
        <p:spPr>
          <a:xfrm>
            <a:off x="7507942" y="3270406"/>
            <a:ext cx="257414" cy="25741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8FF2B-CC5B-D845-8B3D-35DFE380A0F1}"/>
              </a:ext>
            </a:extLst>
          </p:cNvPr>
          <p:cNvSpPr>
            <a:spLocks noGrp="1"/>
          </p:cNvSpPr>
          <p:nvPr>
            <p:ph type="title"/>
          </p:nvPr>
        </p:nvSpPr>
        <p:spPr>
          <a:xfrm>
            <a:off x="754380" y="176726"/>
            <a:ext cx="7200900" cy="1114425"/>
          </a:xfrm>
        </p:spPr>
        <p:txBody>
          <a:bodyPr/>
          <a:lstStyle/>
          <a:p>
            <a:r>
              <a:rPr lang="en-US" dirty="0"/>
              <a:t>Demo</a:t>
            </a:r>
          </a:p>
        </p:txBody>
      </p:sp>
      <p:pic>
        <p:nvPicPr>
          <p:cNvPr id="4" name="Picture 3" descr="Graphical user interface, application&#10;&#10;Description automatically generated">
            <a:extLst>
              <a:ext uri="{FF2B5EF4-FFF2-40B4-BE49-F238E27FC236}">
                <a16:creationId xmlns:a16="http://schemas.microsoft.com/office/drawing/2014/main" id="{56C9DDDE-187E-1844-9AB9-3AB8CD49B189}"/>
              </a:ext>
            </a:extLst>
          </p:cNvPr>
          <p:cNvPicPr>
            <a:picLocks noChangeAspect="1"/>
          </p:cNvPicPr>
          <p:nvPr/>
        </p:nvPicPr>
        <p:blipFill>
          <a:blip r:embed="rId4"/>
          <a:stretch>
            <a:fillRect/>
          </a:stretch>
        </p:blipFill>
        <p:spPr>
          <a:xfrm>
            <a:off x="811891" y="781341"/>
            <a:ext cx="7887409" cy="3391515"/>
          </a:xfrm>
          <a:prstGeom prst="rect">
            <a:avLst/>
          </a:prstGeom>
        </p:spPr>
      </p:pic>
      <p:sp>
        <p:nvSpPr>
          <p:cNvPr id="6" name="TextBox 5">
            <a:extLst>
              <a:ext uri="{FF2B5EF4-FFF2-40B4-BE49-F238E27FC236}">
                <a16:creationId xmlns:a16="http://schemas.microsoft.com/office/drawing/2014/main" id="{3C3A0926-55B5-F44D-850C-9CDBAC316970}"/>
              </a:ext>
            </a:extLst>
          </p:cNvPr>
          <p:cNvSpPr txBox="1"/>
          <p:nvPr/>
        </p:nvSpPr>
        <p:spPr>
          <a:xfrm>
            <a:off x="811891" y="4412776"/>
            <a:ext cx="7490279" cy="553998"/>
          </a:xfrm>
          <a:prstGeom prst="rect">
            <a:avLst/>
          </a:prstGeom>
          <a:noFill/>
        </p:spPr>
        <p:txBody>
          <a:bodyPr wrap="square" rtlCol="0">
            <a:spAutoFit/>
          </a:bodyPr>
          <a:lstStyle/>
          <a:p>
            <a:r>
              <a:rPr lang="en-US" sz="1600" dirty="0">
                <a:solidFill>
                  <a:schemeClr val="dk2"/>
                </a:solidFill>
                <a:latin typeface="Libre Franklin"/>
                <a:sym typeface="Libre Franklin"/>
              </a:rPr>
              <a:t>Elevator Pitch:     </a:t>
            </a:r>
            <a:r>
              <a:rPr lang="en-US" dirty="0">
                <a:solidFill>
                  <a:schemeClr val="dk2"/>
                </a:solidFill>
                <a:latin typeface="Libre Franklin"/>
                <a:sym typeface="Libre Franklin"/>
                <a:hlinkClick r:id="rId5"/>
              </a:rPr>
              <a:t>https://youtu.be/Xsv1V4MFgWQ</a:t>
            </a:r>
            <a:endParaRPr lang="en-US" dirty="0">
              <a:solidFill>
                <a:schemeClr val="dk2"/>
              </a:solidFill>
              <a:latin typeface="Libre Franklin"/>
              <a:sym typeface="Libre Franklin"/>
            </a:endParaRPr>
          </a:p>
          <a:p>
            <a:endParaRPr lang="en-US" dirty="0"/>
          </a:p>
        </p:txBody>
      </p:sp>
    </p:spTree>
    <p:extLst>
      <p:ext uri="{BB962C8B-B14F-4D97-AF65-F5344CB8AC3E}">
        <p14:creationId xmlns:p14="http://schemas.microsoft.com/office/powerpoint/2010/main" val="4160929045"/>
      </p:ext>
    </p:extLst>
  </p:cSld>
  <p:clrMapOvr>
    <a:overrideClrMapping bg1="lt1" tx1="dk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1"/>
        <p:cNvGrpSpPr/>
        <p:nvPr/>
      </p:nvGrpSpPr>
      <p:grpSpPr>
        <a:xfrm>
          <a:off x="0" y="0"/>
          <a:ext cx="0" cy="0"/>
          <a:chOff x="0" y="0"/>
          <a:chExt cx="0" cy="0"/>
        </a:xfrm>
      </p:grpSpPr>
      <p:sp>
        <p:nvSpPr>
          <p:cNvPr id="182" name="Google Shape;182;p12"/>
          <p:cNvSpPr txBox="1">
            <a:spLocks noGrp="1"/>
          </p:cNvSpPr>
          <p:nvPr>
            <p:ph type="title"/>
          </p:nvPr>
        </p:nvSpPr>
        <p:spPr>
          <a:xfrm>
            <a:off x="702696" y="207052"/>
            <a:ext cx="7200900" cy="1114425"/>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3300"/>
              <a:buFont typeface="Libre Franklin"/>
              <a:buNone/>
            </a:pPr>
            <a:r>
              <a:rPr lang="en-US" dirty="0"/>
              <a:t>Technical Difficulty</a:t>
            </a:r>
            <a:endParaRPr dirty="0"/>
          </a:p>
        </p:txBody>
      </p:sp>
      <p:sp>
        <p:nvSpPr>
          <p:cNvPr id="183" name="Google Shape;183;p12"/>
          <p:cNvSpPr txBox="1">
            <a:spLocks noGrp="1"/>
          </p:cNvSpPr>
          <p:nvPr>
            <p:ph type="title" idx="4294967295"/>
          </p:nvPr>
        </p:nvSpPr>
        <p:spPr>
          <a:xfrm>
            <a:off x="628153" y="1074737"/>
            <a:ext cx="7686675" cy="1588683"/>
          </a:xfrm>
          <a:prstGeom prst="rect">
            <a:avLst/>
          </a:prstGeom>
          <a:noFill/>
          <a:ln>
            <a:noFill/>
          </a:ln>
        </p:spPr>
        <p:txBody>
          <a:bodyPr spcFirstLastPara="1" wrap="square" lIns="91425" tIns="91425" rIns="91425" bIns="91425" anchor="t" anchorCtr="0">
            <a:noAutofit/>
          </a:bodyPr>
          <a:lstStyle/>
          <a:p>
            <a:pPr marL="457200" lvl="0" indent="-317500" algn="l" rtl="0">
              <a:lnSpc>
                <a:spcPct val="89000"/>
              </a:lnSpc>
              <a:spcBef>
                <a:spcPts val="0"/>
              </a:spcBef>
              <a:spcAft>
                <a:spcPts val="0"/>
              </a:spcAft>
              <a:buClr>
                <a:schemeClr val="dk2"/>
              </a:buClr>
              <a:buSzPts val="1400"/>
              <a:buFont typeface="Libre Franklin"/>
              <a:buChar char="-"/>
            </a:pPr>
            <a:r>
              <a:rPr lang="en-US" sz="1800" b="0" dirty="0"/>
              <a:t>Weather dat</a:t>
            </a:r>
            <a:r>
              <a:rPr lang="en-US" sz="1800" dirty="0"/>
              <a:t>a collection for the Riverside county required a lot of effort because a direct source was not available. We had to go through various weather stations listed across the county to get the required data.</a:t>
            </a:r>
            <a:endParaRPr sz="1800" b="0" i="1" dirty="0"/>
          </a:p>
          <a:p>
            <a:pPr marL="457200" lvl="0" indent="0" algn="l" rtl="0">
              <a:lnSpc>
                <a:spcPct val="89000"/>
              </a:lnSpc>
              <a:spcBef>
                <a:spcPts val="0"/>
              </a:spcBef>
              <a:spcAft>
                <a:spcPts val="0"/>
              </a:spcAft>
              <a:buClr>
                <a:schemeClr val="dk2"/>
              </a:buClr>
              <a:buSzPts val="1400"/>
              <a:buFont typeface="Libre Franklin"/>
              <a:buNone/>
            </a:pPr>
            <a:endParaRPr sz="1800" b="0" i="1" dirty="0"/>
          </a:p>
          <a:p>
            <a:pPr marL="457200" lvl="0" indent="-317500" algn="l" rtl="0">
              <a:lnSpc>
                <a:spcPct val="89000"/>
              </a:lnSpc>
              <a:spcBef>
                <a:spcPts val="0"/>
              </a:spcBef>
              <a:spcAft>
                <a:spcPts val="0"/>
              </a:spcAft>
              <a:buClr>
                <a:schemeClr val="dk2"/>
              </a:buClr>
              <a:buSzPts val="1400"/>
              <a:buFont typeface="Libre Franklin"/>
              <a:buChar char="-"/>
            </a:pPr>
            <a:r>
              <a:rPr lang="en-US" sz="1800" b="0" dirty="0"/>
              <a:t>Addressing missing values for the county information also required us to programmatically fill the data from ArcGIS service. This required us to make calls to the service and reverse geocode the information in our data using the latitude and longitudes via ArcGIS </a:t>
            </a:r>
            <a:r>
              <a:rPr lang="en-US" sz="1800" dirty="0"/>
              <a:t>API’s.</a:t>
            </a:r>
            <a:br>
              <a:rPr lang="en-US" sz="1800" dirty="0"/>
            </a:br>
            <a:br>
              <a:rPr lang="en-US" sz="1400" dirty="0"/>
            </a:br>
            <a:br>
              <a:rPr lang="en-US" sz="1400" dirty="0"/>
            </a:br>
            <a:br>
              <a:rPr lang="en-US" sz="1400" dirty="0"/>
            </a:br>
            <a:br>
              <a:rPr lang="en-US" sz="1400" dirty="0"/>
            </a:br>
            <a:br>
              <a:rPr lang="en-US" sz="1400" i="1" dirty="0"/>
            </a:br>
            <a:endParaRPr sz="1400" b="0" i="1" dirty="0"/>
          </a:p>
          <a:p>
            <a:pPr marL="457200" lvl="0" indent="0" algn="l" rtl="0">
              <a:lnSpc>
                <a:spcPct val="89000"/>
              </a:lnSpc>
              <a:spcBef>
                <a:spcPts val="0"/>
              </a:spcBef>
              <a:spcAft>
                <a:spcPts val="0"/>
              </a:spcAft>
              <a:buClr>
                <a:schemeClr val="dk2"/>
              </a:buClr>
              <a:buSzPts val="1400"/>
              <a:buFont typeface="Libre Franklin"/>
              <a:buNone/>
            </a:pPr>
            <a:endParaRPr sz="1400" b="0" dirty="0"/>
          </a:p>
          <a:p>
            <a:pPr marL="0" lvl="0" indent="0" algn="l" rtl="0">
              <a:lnSpc>
                <a:spcPct val="89000"/>
              </a:lnSpc>
              <a:spcBef>
                <a:spcPts val="0"/>
              </a:spcBef>
              <a:spcAft>
                <a:spcPts val="0"/>
              </a:spcAft>
              <a:buClr>
                <a:schemeClr val="dk2"/>
              </a:buClr>
              <a:buSzPts val="1400"/>
              <a:buFont typeface="Libre Franklin"/>
              <a:buNone/>
            </a:pPr>
            <a:endParaRPr sz="1400" b="0" dirty="0"/>
          </a:p>
          <a:p>
            <a:pPr marL="457200" lvl="0" indent="0" algn="l" rtl="0">
              <a:lnSpc>
                <a:spcPct val="89000"/>
              </a:lnSpc>
              <a:spcBef>
                <a:spcPts val="0"/>
              </a:spcBef>
              <a:spcAft>
                <a:spcPts val="0"/>
              </a:spcAft>
              <a:buClr>
                <a:schemeClr val="dk2"/>
              </a:buClr>
              <a:buSzPts val="1400"/>
              <a:buFont typeface="Libre Franklin"/>
              <a:buNone/>
            </a:pPr>
            <a:endParaRPr sz="1400" b="0" dirty="0"/>
          </a:p>
          <a:p>
            <a:pPr marL="0" lvl="0" indent="0" algn="l" rtl="0">
              <a:lnSpc>
                <a:spcPct val="89000"/>
              </a:lnSpc>
              <a:spcBef>
                <a:spcPts val="0"/>
              </a:spcBef>
              <a:spcAft>
                <a:spcPts val="0"/>
              </a:spcAft>
              <a:buClr>
                <a:schemeClr val="dk2"/>
              </a:buClr>
              <a:buSzPts val="1400"/>
              <a:buFont typeface="Libre Franklin"/>
              <a:buNone/>
            </a:pPr>
            <a:endParaRPr sz="1400" b="0" dirty="0"/>
          </a:p>
          <a:p>
            <a:pPr marL="0" lvl="0" indent="0" algn="l" rtl="0">
              <a:lnSpc>
                <a:spcPct val="89000"/>
              </a:lnSpc>
              <a:spcBef>
                <a:spcPts val="0"/>
              </a:spcBef>
              <a:spcAft>
                <a:spcPts val="0"/>
              </a:spcAft>
              <a:buClr>
                <a:schemeClr val="dk2"/>
              </a:buClr>
              <a:buSzPts val="1400"/>
              <a:buFont typeface="Libre Franklin"/>
              <a:buNone/>
            </a:pPr>
            <a:endParaRPr sz="1400" b="0" dirty="0"/>
          </a:p>
          <a:p>
            <a:pPr marL="0" lvl="0" indent="0" algn="l" rtl="0">
              <a:lnSpc>
                <a:spcPct val="89000"/>
              </a:lnSpc>
              <a:spcBef>
                <a:spcPts val="0"/>
              </a:spcBef>
              <a:spcAft>
                <a:spcPts val="0"/>
              </a:spcAft>
              <a:buClr>
                <a:schemeClr val="dk2"/>
              </a:buClr>
              <a:buSzPts val="1400"/>
              <a:buFont typeface="Libre Franklin"/>
              <a:buNone/>
            </a:pPr>
            <a:endParaRPr sz="1400" dirty="0"/>
          </a:p>
        </p:txBody>
      </p:sp>
      <p:sp>
        <p:nvSpPr>
          <p:cNvPr id="184" name="Google Shape;184;p12"/>
          <p:cNvSpPr txBox="1"/>
          <p:nvPr/>
        </p:nvSpPr>
        <p:spPr>
          <a:xfrm>
            <a:off x="628153" y="3696920"/>
            <a:ext cx="7686600" cy="8598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89000"/>
              </a:lnSpc>
              <a:spcBef>
                <a:spcPts val="0"/>
              </a:spcBef>
              <a:spcAft>
                <a:spcPts val="0"/>
              </a:spcAft>
              <a:buClr>
                <a:schemeClr val="dk2"/>
              </a:buClr>
              <a:buSzPts val="1400"/>
              <a:buFont typeface="Libre Franklin"/>
              <a:buChar char="-"/>
            </a:pPr>
            <a:r>
              <a:rPr lang="en-US" sz="1800" dirty="0">
                <a:solidFill>
                  <a:schemeClr val="dk2"/>
                </a:solidFill>
                <a:latin typeface="Libre Franklin"/>
                <a:sym typeface="Libre Franklin"/>
              </a:rPr>
              <a:t>Data cleaning and merging the various data from multiple information sources was an issue. There were lot of comparisons to be made in order to join the data coming from two different sources.</a:t>
            </a:r>
            <a:endParaRPr sz="1800" dirty="0">
              <a:solidFill>
                <a:schemeClr val="dk2"/>
              </a:solidFill>
              <a:latin typeface="Libre Franklin"/>
            </a:endParaRPr>
          </a:p>
          <a:p>
            <a:pPr marL="139700" marR="0" lvl="0" indent="0" algn="l" rtl="0">
              <a:lnSpc>
                <a:spcPct val="89000"/>
              </a:lnSpc>
              <a:spcBef>
                <a:spcPts val="0"/>
              </a:spcBef>
              <a:spcAft>
                <a:spcPts val="0"/>
              </a:spcAft>
              <a:buClr>
                <a:schemeClr val="dk2"/>
              </a:buClr>
              <a:buSzPts val="1400"/>
              <a:buFont typeface="Libre Franklin"/>
              <a:buNone/>
            </a:pPr>
            <a:br>
              <a:rPr lang="en-US" sz="1400" dirty="0">
                <a:solidFill>
                  <a:schemeClr val="dk2"/>
                </a:solidFill>
                <a:latin typeface="Libre Franklin"/>
                <a:ea typeface="Libre Franklin"/>
                <a:cs typeface="Libre Franklin"/>
                <a:sym typeface="Libre Franklin"/>
              </a:rPr>
            </a:br>
            <a:br>
              <a:rPr lang="en-US" sz="1400" dirty="0">
                <a:solidFill>
                  <a:schemeClr val="dk2"/>
                </a:solidFill>
                <a:latin typeface="Libre Franklin"/>
                <a:ea typeface="Libre Franklin"/>
                <a:cs typeface="Libre Franklin"/>
                <a:sym typeface="Libre Franklin"/>
              </a:rPr>
            </a:br>
            <a:br>
              <a:rPr lang="en-US" sz="1400" dirty="0">
                <a:solidFill>
                  <a:schemeClr val="dk2"/>
                </a:solidFill>
                <a:latin typeface="Libre Franklin"/>
                <a:ea typeface="Libre Franklin"/>
                <a:cs typeface="Libre Franklin"/>
                <a:sym typeface="Libre Franklin"/>
              </a:rPr>
            </a:br>
            <a:br>
              <a:rPr lang="en-US" sz="1400" dirty="0">
                <a:solidFill>
                  <a:schemeClr val="dk2"/>
                </a:solidFill>
                <a:latin typeface="Libre Franklin"/>
                <a:ea typeface="Libre Franklin"/>
                <a:cs typeface="Libre Franklin"/>
                <a:sym typeface="Libre Franklin"/>
              </a:rPr>
            </a:br>
            <a:br>
              <a:rPr lang="en-US" sz="1400" dirty="0">
                <a:solidFill>
                  <a:schemeClr val="dk2"/>
                </a:solidFill>
                <a:latin typeface="Libre Franklin"/>
                <a:ea typeface="Libre Franklin"/>
                <a:cs typeface="Libre Franklin"/>
                <a:sym typeface="Libre Franklin"/>
              </a:rPr>
            </a:br>
            <a:br>
              <a:rPr lang="en-US" sz="1400" i="1" dirty="0">
                <a:solidFill>
                  <a:schemeClr val="dk2"/>
                </a:solidFill>
                <a:latin typeface="Libre Franklin"/>
                <a:ea typeface="Libre Franklin"/>
                <a:cs typeface="Libre Franklin"/>
                <a:sym typeface="Libre Franklin"/>
              </a:rPr>
            </a:br>
            <a:endParaRPr sz="1400" i="1" dirty="0">
              <a:solidFill>
                <a:schemeClr val="dk2"/>
              </a:solidFill>
              <a:latin typeface="Libre Franklin"/>
              <a:ea typeface="Libre Franklin"/>
              <a:cs typeface="Libre Franklin"/>
              <a:sym typeface="Libre Franklin"/>
            </a:endParaRPr>
          </a:p>
          <a:p>
            <a:pPr marL="457200" marR="0" lvl="0" indent="0" algn="l" rtl="0">
              <a:lnSpc>
                <a:spcPct val="89000"/>
              </a:lnSpc>
              <a:spcBef>
                <a:spcPts val="0"/>
              </a:spcBef>
              <a:spcAft>
                <a:spcPts val="0"/>
              </a:spcAft>
              <a:buClr>
                <a:schemeClr val="dk2"/>
              </a:buClr>
              <a:buSzPts val="1400"/>
              <a:buFont typeface="Libre Franklin"/>
              <a:buNone/>
            </a:pPr>
            <a:endParaRPr sz="1400" dirty="0">
              <a:solidFill>
                <a:schemeClr val="dk2"/>
              </a:solidFill>
              <a:latin typeface="Libre Franklin"/>
              <a:ea typeface="Libre Franklin"/>
              <a:cs typeface="Libre Franklin"/>
              <a:sym typeface="Libre Franklin"/>
            </a:endParaRPr>
          </a:p>
          <a:p>
            <a:pPr marL="0" marR="0" lvl="0" indent="0" algn="l" rtl="0">
              <a:lnSpc>
                <a:spcPct val="89000"/>
              </a:lnSpc>
              <a:spcBef>
                <a:spcPts val="0"/>
              </a:spcBef>
              <a:spcAft>
                <a:spcPts val="0"/>
              </a:spcAft>
              <a:buClr>
                <a:schemeClr val="dk2"/>
              </a:buClr>
              <a:buSzPts val="1400"/>
              <a:buFont typeface="Libre Franklin"/>
              <a:buNone/>
            </a:pPr>
            <a:endParaRPr sz="1400" dirty="0">
              <a:solidFill>
                <a:schemeClr val="dk2"/>
              </a:solidFill>
              <a:latin typeface="Libre Franklin"/>
              <a:ea typeface="Libre Franklin"/>
              <a:cs typeface="Libre Franklin"/>
              <a:sym typeface="Libre Franklin"/>
            </a:endParaRPr>
          </a:p>
          <a:p>
            <a:pPr marL="457200" marR="0" lvl="0" indent="0" algn="l" rtl="0">
              <a:lnSpc>
                <a:spcPct val="89000"/>
              </a:lnSpc>
              <a:spcBef>
                <a:spcPts val="0"/>
              </a:spcBef>
              <a:spcAft>
                <a:spcPts val="0"/>
              </a:spcAft>
              <a:buClr>
                <a:schemeClr val="dk2"/>
              </a:buClr>
              <a:buSzPts val="1400"/>
              <a:buFont typeface="Libre Franklin"/>
              <a:buNone/>
            </a:pPr>
            <a:endParaRPr sz="1400" dirty="0">
              <a:solidFill>
                <a:schemeClr val="dk2"/>
              </a:solidFill>
              <a:latin typeface="Libre Franklin"/>
              <a:ea typeface="Libre Franklin"/>
              <a:cs typeface="Libre Franklin"/>
              <a:sym typeface="Libre Franklin"/>
            </a:endParaRPr>
          </a:p>
          <a:p>
            <a:pPr marL="0" marR="0" lvl="0" indent="0" algn="l" rtl="0">
              <a:lnSpc>
                <a:spcPct val="89000"/>
              </a:lnSpc>
              <a:spcBef>
                <a:spcPts val="0"/>
              </a:spcBef>
              <a:spcAft>
                <a:spcPts val="0"/>
              </a:spcAft>
              <a:buClr>
                <a:schemeClr val="dk2"/>
              </a:buClr>
              <a:buSzPts val="1400"/>
              <a:buFont typeface="Libre Franklin"/>
              <a:buNone/>
            </a:pPr>
            <a:endParaRPr sz="1400" dirty="0">
              <a:solidFill>
                <a:schemeClr val="dk2"/>
              </a:solidFill>
              <a:latin typeface="Libre Franklin"/>
              <a:ea typeface="Libre Franklin"/>
              <a:cs typeface="Libre Franklin"/>
              <a:sym typeface="Libre Franklin"/>
            </a:endParaRPr>
          </a:p>
          <a:p>
            <a:pPr marL="0" marR="0" lvl="0" indent="0" algn="l" rtl="0">
              <a:lnSpc>
                <a:spcPct val="89000"/>
              </a:lnSpc>
              <a:spcBef>
                <a:spcPts val="0"/>
              </a:spcBef>
              <a:spcAft>
                <a:spcPts val="0"/>
              </a:spcAft>
              <a:buClr>
                <a:schemeClr val="dk2"/>
              </a:buClr>
              <a:buSzPts val="1400"/>
              <a:buFont typeface="Libre Franklin"/>
              <a:buNone/>
            </a:pPr>
            <a:endParaRPr sz="1400" dirty="0">
              <a:solidFill>
                <a:schemeClr val="dk2"/>
              </a:solidFill>
              <a:latin typeface="Libre Franklin"/>
              <a:ea typeface="Libre Franklin"/>
              <a:cs typeface="Libre Franklin"/>
              <a:sym typeface="Libre Franklin"/>
            </a:endParaRPr>
          </a:p>
          <a:p>
            <a:pPr marL="0" marR="0" lvl="0" indent="0" algn="l" rtl="0">
              <a:lnSpc>
                <a:spcPct val="89000"/>
              </a:lnSpc>
              <a:spcBef>
                <a:spcPts val="0"/>
              </a:spcBef>
              <a:spcAft>
                <a:spcPts val="0"/>
              </a:spcAft>
              <a:buClr>
                <a:schemeClr val="dk2"/>
              </a:buClr>
              <a:buSzPts val="1400"/>
              <a:buFont typeface="Libre Franklin"/>
              <a:buNone/>
            </a:pPr>
            <a:endParaRPr sz="1400" dirty="0">
              <a:solidFill>
                <a:schemeClr val="dk2"/>
              </a:solidFill>
              <a:latin typeface="Libre Franklin"/>
              <a:ea typeface="Libre Franklin"/>
              <a:cs typeface="Libre Franklin"/>
              <a:sym typeface="Libre Franklin"/>
            </a:endParaRPr>
          </a:p>
        </p:txBody>
      </p:sp>
      <p:sp>
        <p:nvSpPr>
          <p:cNvPr id="185" name="Google Shape;185;p12"/>
          <p:cNvSpPr txBox="1"/>
          <p:nvPr/>
        </p:nvSpPr>
        <p:spPr>
          <a:xfrm>
            <a:off x="8567697" y="3688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9"/>
        <p:cNvGrpSpPr/>
        <p:nvPr/>
      </p:nvGrpSpPr>
      <p:grpSpPr>
        <a:xfrm>
          <a:off x="0" y="0"/>
          <a:ext cx="0" cy="0"/>
          <a:chOff x="0" y="0"/>
          <a:chExt cx="0" cy="0"/>
        </a:xfrm>
      </p:grpSpPr>
      <p:sp>
        <p:nvSpPr>
          <p:cNvPr id="190" name="Google Shape;190;p13"/>
          <p:cNvSpPr txBox="1">
            <a:spLocks noGrp="1"/>
          </p:cNvSpPr>
          <p:nvPr>
            <p:ph type="title"/>
          </p:nvPr>
        </p:nvSpPr>
        <p:spPr>
          <a:xfrm>
            <a:off x="662940" y="153201"/>
            <a:ext cx="7200900" cy="1114425"/>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3300"/>
              <a:buFont typeface="Libre Franklin"/>
              <a:buNone/>
            </a:pPr>
            <a:r>
              <a:rPr lang="en-US"/>
              <a:t>Publication and Lesson Learnt</a:t>
            </a:r>
            <a:endParaRPr/>
          </a:p>
        </p:txBody>
      </p:sp>
      <p:sp>
        <p:nvSpPr>
          <p:cNvPr id="191" name="Google Shape;191;p13"/>
          <p:cNvSpPr txBox="1">
            <a:spLocks noGrp="1"/>
          </p:cNvSpPr>
          <p:nvPr>
            <p:ph type="title" idx="4294967295"/>
          </p:nvPr>
        </p:nvSpPr>
        <p:spPr>
          <a:xfrm>
            <a:off x="662940" y="1004621"/>
            <a:ext cx="8481060" cy="3367594"/>
          </a:xfrm>
          <a:prstGeom prst="rect">
            <a:avLst/>
          </a:prstGeom>
          <a:noFill/>
          <a:ln>
            <a:noFill/>
          </a:ln>
        </p:spPr>
        <p:txBody>
          <a:bodyPr spcFirstLastPara="1" wrap="square" lIns="91425" tIns="91425" rIns="91425" bIns="91425" anchor="t" anchorCtr="0">
            <a:noAutofit/>
          </a:bodyPr>
          <a:lstStyle/>
          <a:p>
            <a:pPr lvl="0">
              <a:buSzPts val="1800"/>
            </a:pPr>
            <a:r>
              <a:rPr lang="en-US" sz="1800" b="0" dirty="0"/>
              <a:t>Planning to submit for IEEE conference </a:t>
            </a:r>
            <a:br>
              <a:rPr lang="en-US" sz="1800" b="0" dirty="0"/>
            </a:br>
            <a:r>
              <a:rPr lang="en-US" sz="1800" b="0" dirty="0"/>
              <a:t>We are looking forward to prepare for a submission of our paper in an upcoming </a:t>
            </a:r>
            <a:r>
              <a:rPr lang="en-US" sz="1800" dirty="0"/>
              <a:t>IHSI 2021 International Conference</a:t>
            </a:r>
            <a:r>
              <a:rPr lang="en-US" sz="1800" b="0" dirty="0"/>
              <a:t>.</a:t>
            </a:r>
            <a:br>
              <a:rPr lang="en-US" sz="1800" b="0" dirty="0"/>
            </a:br>
            <a:br>
              <a:rPr lang="en-US" sz="1800" b="1" u="sng" dirty="0"/>
            </a:br>
            <a:endParaRPr sz="1800" b="1" u="sng" dirty="0"/>
          </a:p>
          <a:p>
            <a:pPr marL="0" lvl="0" indent="0" algn="l" rtl="0">
              <a:lnSpc>
                <a:spcPct val="89000"/>
              </a:lnSpc>
              <a:spcBef>
                <a:spcPts val="0"/>
              </a:spcBef>
              <a:spcAft>
                <a:spcPts val="0"/>
              </a:spcAft>
              <a:buClr>
                <a:schemeClr val="dk2"/>
              </a:buClr>
              <a:buSzPts val="1800"/>
              <a:buFont typeface="Libre Franklin"/>
              <a:buNone/>
            </a:pPr>
            <a:r>
              <a:rPr lang="en-US" sz="1800" b="0" dirty="0"/>
              <a:t>- Data gathering and Feature engineering played a pretty important role.</a:t>
            </a:r>
            <a:br>
              <a:rPr lang="en-US" sz="1800" b="0" dirty="0"/>
            </a:br>
            <a:r>
              <a:rPr lang="en-US" sz="1800" b="0" dirty="0"/>
              <a:t>- </a:t>
            </a:r>
            <a:r>
              <a:rPr lang="en-US" sz="1800" dirty="0"/>
              <a:t>There was no perfect one stop solution for data gathering and we did feel    the need of referring multiple data sources.</a:t>
            </a:r>
            <a:br>
              <a:rPr lang="en-US" sz="1800" dirty="0"/>
            </a:br>
            <a:r>
              <a:rPr lang="en-US" sz="1800" dirty="0"/>
              <a:t>- Got to better understand the various libraries available within </a:t>
            </a:r>
            <a:r>
              <a:rPr lang="en-US" sz="1800" b="1" dirty="0" err="1"/>
              <a:t>sklearn</a:t>
            </a:r>
            <a:r>
              <a:rPr lang="en-US" sz="1800" dirty="0"/>
              <a:t> which made the journey easy.</a:t>
            </a:r>
            <a:br>
              <a:rPr lang="en-US" sz="1800" dirty="0"/>
            </a:br>
            <a:r>
              <a:rPr lang="en-US" sz="1800" dirty="0"/>
              <a:t>- </a:t>
            </a:r>
            <a:r>
              <a:rPr lang="en-US" sz="1800" b="0" dirty="0"/>
              <a:t>Outliers cannot be ignored.</a:t>
            </a:r>
            <a:br>
              <a:rPr lang="en-US" sz="1800" dirty="0"/>
            </a:br>
            <a:r>
              <a:rPr lang="en-US" sz="1800" dirty="0"/>
              <a:t>- </a:t>
            </a:r>
            <a:r>
              <a:rPr lang="en-US" sz="1800" b="0" dirty="0"/>
              <a:t>No free lunch theorem is real.</a:t>
            </a:r>
            <a:endParaRPr sz="1800" b="0" dirty="0"/>
          </a:p>
          <a:p>
            <a:pPr marL="0" lvl="0" indent="0" algn="l" rtl="0">
              <a:lnSpc>
                <a:spcPct val="89000"/>
              </a:lnSpc>
              <a:spcBef>
                <a:spcPts val="0"/>
              </a:spcBef>
              <a:spcAft>
                <a:spcPts val="0"/>
              </a:spcAft>
              <a:buClr>
                <a:schemeClr val="dk2"/>
              </a:buClr>
              <a:buSzPts val="1800"/>
              <a:buFont typeface="Libre Franklin"/>
              <a:buNone/>
            </a:pPr>
            <a:endParaRPr sz="1800" b="0" dirty="0"/>
          </a:p>
          <a:p>
            <a:pPr marL="0" lvl="0" indent="0" algn="l" rtl="0">
              <a:lnSpc>
                <a:spcPct val="89000"/>
              </a:lnSpc>
              <a:spcBef>
                <a:spcPts val="0"/>
              </a:spcBef>
              <a:spcAft>
                <a:spcPts val="0"/>
              </a:spcAft>
              <a:buClr>
                <a:schemeClr val="dk2"/>
              </a:buClr>
              <a:buSzPts val="3300"/>
              <a:buFont typeface="Libre Franklin"/>
              <a:buNone/>
            </a:pPr>
            <a:endParaRPr dirty="0"/>
          </a:p>
          <a:p>
            <a:pPr marL="0" lvl="0" indent="0" algn="l" rtl="0">
              <a:lnSpc>
                <a:spcPct val="89000"/>
              </a:lnSpc>
              <a:spcBef>
                <a:spcPts val="0"/>
              </a:spcBef>
              <a:spcAft>
                <a:spcPts val="0"/>
              </a:spcAft>
              <a:buClr>
                <a:schemeClr val="dk2"/>
              </a:buClr>
              <a:buSzPts val="3300"/>
              <a:buFont typeface="Libre Franklin"/>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5"/>
        <p:cNvGrpSpPr/>
        <p:nvPr/>
      </p:nvGrpSpPr>
      <p:grpSpPr>
        <a:xfrm>
          <a:off x="0" y="0"/>
          <a:ext cx="0" cy="0"/>
          <a:chOff x="0" y="0"/>
          <a:chExt cx="0" cy="0"/>
        </a:xfrm>
      </p:grpSpPr>
      <p:sp>
        <p:nvSpPr>
          <p:cNvPr id="196" name="Google Shape;196;p14"/>
          <p:cNvSpPr txBox="1">
            <a:spLocks noGrp="1"/>
          </p:cNvSpPr>
          <p:nvPr>
            <p:ph type="title"/>
          </p:nvPr>
        </p:nvSpPr>
        <p:spPr>
          <a:xfrm>
            <a:off x="659959" y="0"/>
            <a:ext cx="7200900" cy="1114425"/>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3300"/>
              <a:buFont typeface="Libre Franklin"/>
              <a:buNone/>
            </a:pPr>
            <a:r>
              <a:rPr lang="en-US" dirty="0"/>
              <a:t>Teamwork</a:t>
            </a:r>
            <a:endParaRPr dirty="0"/>
          </a:p>
        </p:txBody>
      </p:sp>
      <p:sp>
        <p:nvSpPr>
          <p:cNvPr id="197" name="Google Shape;197;p14"/>
          <p:cNvSpPr txBox="1">
            <a:spLocks noGrp="1"/>
          </p:cNvSpPr>
          <p:nvPr>
            <p:ph type="title" idx="4294967295"/>
          </p:nvPr>
        </p:nvSpPr>
        <p:spPr>
          <a:xfrm>
            <a:off x="659959" y="817728"/>
            <a:ext cx="7688262" cy="2717800"/>
          </a:xfrm>
          <a:prstGeom prst="rect">
            <a:avLst/>
          </a:prstGeom>
          <a:noFill/>
          <a:ln>
            <a:noFill/>
          </a:ln>
        </p:spPr>
        <p:txBody>
          <a:bodyPr spcFirstLastPara="1" wrap="square" lIns="91425" tIns="91425" rIns="91425" bIns="91425" anchor="t" anchorCtr="0">
            <a:noAutofit/>
          </a:bodyPr>
          <a:lstStyle/>
          <a:p>
            <a:pPr marL="0" lvl="0" indent="0" algn="l" rtl="0">
              <a:lnSpc>
                <a:spcPct val="89000"/>
              </a:lnSpc>
              <a:spcBef>
                <a:spcPts val="0"/>
              </a:spcBef>
              <a:spcAft>
                <a:spcPts val="0"/>
              </a:spcAft>
              <a:buClr>
                <a:schemeClr val="dk2"/>
              </a:buClr>
              <a:buSzPts val="1800"/>
              <a:buFont typeface="Libre Franklin"/>
              <a:buNone/>
            </a:pPr>
            <a:r>
              <a:rPr lang="en-US" sz="1800" dirty="0"/>
              <a:t>Slack was used as the medium of communication across the team.</a:t>
            </a:r>
            <a:br>
              <a:rPr lang="en-US" sz="1800" dirty="0"/>
            </a:br>
            <a:br>
              <a:rPr lang="en-US" sz="1800" dirty="0"/>
            </a:br>
            <a:r>
              <a:rPr lang="en-US" sz="1800" dirty="0"/>
              <a:t>We followed agile methodology for project management and its execution. We met as a team daily at 4PM.</a:t>
            </a:r>
            <a:br>
              <a:rPr lang="en-US" sz="1800" dirty="0"/>
            </a:br>
            <a:br>
              <a:rPr lang="en-US" sz="1800" dirty="0"/>
            </a:br>
            <a:r>
              <a:rPr lang="en-US" sz="1800" dirty="0"/>
              <a:t>The version control system used was git and the project was pushed to GitHub to be stored.</a:t>
            </a:r>
            <a:br>
              <a:rPr lang="en-US" sz="1800" dirty="0"/>
            </a:br>
            <a:br>
              <a:rPr lang="en-US" sz="1800" dirty="0"/>
            </a:br>
            <a:r>
              <a:rPr lang="en-US" sz="1800" dirty="0"/>
              <a:t>Team communication played an important role in development of the project.</a:t>
            </a:r>
            <a:endParaRPr sz="1800" dirty="0"/>
          </a:p>
          <a:p>
            <a:pPr marL="0" lvl="0" indent="0" algn="l" rtl="0">
              <a:lnSpc>
                <a:spcPct val="89000"/>
              </a:lnSpc>
              <a:spcBef>
                <a:spcPts val="0"/>
              </a:spcBef>
              <a:spcAft>
                <a:spcPts val="0"/>
              </a:spcAft>
              <a:buClr>
                <a:schemeClr val="dk2"/>
              </a:buClr>
              <a:buSzPts val="3300"/>
              <a:buFont typeface="Libre Franklin"/>
              <a:buNone/>
            </a:pPr>
            <a:endParaRPr dirty="0"/>
          </a:p>
          <a:p>
            <a:pPr marL="0" lvl="0" indent="0" algn="l" rtl="0">
              <a:lnSpc>
                <a:spcPct val="89000"/>
              </a:lnSpc>
              <a:spcBef>
                <a:spcPts val="0"/>
              </a:spcBef>
              <a:spcAft>
                <a:spcPts val="0"/>
              </a:spcAft>
              <a:buClr>
                <a:schemeClr val="dk2"/>
              </a:buClr>
              <a:buSzPts val="3300"/>
              <a:buFont typeface="Libre Franklin"/>
              <a:buNone/>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1"/>
        <p:cNvGrpSpPr/>
        <p:nvPr/>
      </p:nvGrpSpPr>
      <p:grpSpPr>
        <a:xfrm>
          <a:off x="0" y="0"/>
          <a:ext cx="0" cy="0"/>
          <a:chOff x="0" y="0"/>
          <a:chExt cx="0" cy="0"/>
        </a:xfrm>
      </p:grpSpPr>
      <p:sp>
        <p:nvSpPr>
          <p:cNvPr id="202" name="Google Shape;202;p15"/>
          <p:cNvSpPr txBox="1">
            <a:spLocks noGrp="1"/>
          </p:cNvSpPr>
          <p:nvPr>
            <p:ph type="title"/>
          </p:nvPr>
        </p:nvSpPr>
        <p:spPr>
          <a:xfrm>
            <a:off x="524675" y="1587125"/>
            <a:ext cx="7688400" cy="2538300"/>
          </a:xfrm>
          <a:prstGeom prst="rect">
            <a:avLst/>
          </a:prstGeom>
          <a:noFill/>
          <a:ln>
            <a:noFill/>
          </a:ln>
        </p:spPr>
        <p:txBody>
          <a:bodyPr spcFirstLastPara="1" wrap="square" lIns="91425" tIns="91425" rIns="91425" bIns="91425" anchor="t" anchorCtr="0">
            <a:noAutofit/>
          </a:bodyPr>
          <a:lstStyle/>
          <a:p>
            <a:pPr marL="0" lvl="0" indent="0" algn="ctr" rtl="0">
              <a:lnSpc>
                <a:spcPct val="89000"/>
              </a:lnSpc>
              <a:spcBef>
                <a:spcPts val="0"/>
              </a:spcBef>
              <a:spcAft>
                <a:spcPts val="0"/>
              </a:spcAft>
              <a:buClr>
                <a:schemeClr val="dk2"/>
              </a:buClr>
              <a:buSzPts val="3300"/>
              <a:buFont typeface="Libre Franklin"/>
              <a:buNone/>
            </a:pPr>
            <a:endParaRPr/>
          </a:p>
          <a:p>
            <a:pPr marL="0" lvl="0" indent="0" algn="ctr" rtl="0">
              <a:lnSpc>
                <a:spcPct val="89000"/>
              </a:lnSpc>
              <a:spcBef>
                <a:spcPts val="0"/>
              </a:spcBef>
              <a:spcAft>
                <a:spcPts val="0"/>
              </a:spcAft>
              <a:buClr>
                <a:schemeClr val="dk2"/>
              </a:buClr>
              <a:buSzPts val="3300"/>
              <a:buFont typeface="Libre Franklin"/>
              <a:buNone/>
            </a:pPr>
            <a:endParaRPr/>
          </a:p>
          <a:p>
            <a:pPr marL="0" lvl="0" indent="0" algn="ctr" rtl="0">
              <a:lnSpc>
                <a:spcPct val="89000"/>
              </a:lnSpc>
              <a:spcBef>
                <a:spcPts val="0"/>
              </a:spcBef>
              <a:spcAft>
                <a:spcPts val="0"/>
              </a:spcAft>
              <a:buClr>
                <a:schemeClr val="dk2"/>
              </a:buClr>
              <a:buSzPts val="3000"/>
              <a:buFont typeface="Libre Franklin"/>
              <a:buNone/>
            </a:pPr>
            <a:r>
              <a:rPr lang="en-US" sz="3000"/>
              <a:t>Q &amp; A</a:t>
            </a:r>
            <a:endParaRPr sz="3000" b="0">
              <a:highlight>
                <a:srgbClr val="FFFF00"/>
              </a:highlight>
            </a:endParaRPr>
          </a:p>
          <a:p>
            <a:pPr marL="0" lvl="0" indent="0" algn="l" rtl="0">
              <a:lnSpc>
                <a:spcPct val="89000"/>
              </a:lnSpc>
              <a:spcBef>
                <a:spcPts val="0"/>
              </a:spcBef>
              <a:spcAft>
                <a:spcPts val="0"/>
              </a:spcAft>
              <a:buClr>
                <a:schemeClr val="dk2"/>
              </a:buClr>
              <a:buSzPts val="3300"/>
              <a:buFont typeface="Libre Franklin"/>
              <a:buNone/>
            </a:pPr>
            <a:endParaRPr/>
          </a:p>
          <a:p>
            <a:pPr marL="0" lvl="0" indent="0" algn="l" rtl="0">
              <a:lnSpc>
                <a:spcPct val="89000"/>
              </a:lnSpc>
              <a:spcBef>
                <a:spcPts val="0"/>
              </a:spcBef>
              <a:spcAft>
                <a:spcPts val="0"/>
              </a:spcAft>
              <a:buClr>
                <a:schemeClr val="dk2"/>
              </a:buClr>
              <a:buSzPts val="3300"/>
              <a:buFont typeface="Libre Franklin"/>
              <a:buNone/>
            </a:pPr>
            <a:endParaRPr/>
          </a:p>
          <a:p>
            <a:pPr marL="0" lvl="0" indent="0" algn="l" rtl="0">
              <a:lnSpc>
                <a:spcPct val="89000"/>
              </a:lnSpc>
              <a:spcBef>
                <a:spcPts val="0"/>
              </a:spcBef>
              <a:spcAft>
                <a:spcPts val="0"/>
              </a:spcAft>
              <a:buClr>
                <a:schemeClr val="dk2"/>
              </a:buClr>
              <a:buSzPts val="3300"/>
              <a:buFont typeface="Libre Franklin"/>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6"/>
        <p:cNvGrpSpPr/>
        <p:nvPr/>
      </p:nvGrpSpPr>
      <p:grpSpPr>
        <a:xfrm>
          <a:off x="0" y="0"/>
          <a:ext cx="0" cy="0"/>
          <a:chOff x="0" y="0"/>
          <a:chExt cx="0" cy="0"/>
        </a:xfrm>
      </p:grpSpPr>
      <p:sp>
        <p:nvSpPr>
          <p:cNvPr id="207" name="Google Shape;207;p16"/>
          <p:cNvSpPr txBox="1">
            <a:spLocks noGrp="1"/>
          </p:cNvSpPr>
          <p:nvPr>
            <p:ph type="title"/>
          </p:nvPr>
        </p:nvSpPr>
        <p:spPr>
          <a:xfrm>
            <a:off x="2597204" y="1091133"/>
            <a:ext cx="4371058" cy="1890272"/>
          </a:xfrm>
          <a:prstGeom prst="rect">
            <a:avLst/>
          </a:prstGeom>
          <a:noFill/>
          <a:ln>
            <a:noFill/>
          </a:ln>
        </p:spPr>
        <p:txBody>
          <a:bodyPr spcFirstLastPara="1" wrap="square" lIns="91425" tIns="91425" rIns="91425" bIns="91425" anchor="t" anchorCtr="0">
            <a:noAutofit/>
          </a:bodyPr>
          <a:lstStyle/>
          <a:p>
            <a:pPr marL="0" lvl="0" indent="0" algn="ctr" rtl="0">
              <a:lnSpc>
                <a:spcPct val="89000"/>
              </a:lnSpc>
              <a:spcBef>
                <a:spcPts val="0"/>
              </a:spcBef>
              <a:spcAft>
                <a:spcPts val="0"/>
              </a:spcAft>
              <a:buClr>
                <a:schemeClr val="dk2"/>
              </a:buClr>
              <a:buSzPts val="3300"/>
              <a:buFont typeface="Libre Franklin"/>
              <a:buNone/>
            </a:pPr>
            <a:endParaRPr/>
          </a:p>
          <a:p>
            <a:pPr marL="0" lvl="0" indent="0" algn="ctr" rtl="0">
              <a:lnSpc>
                <a:spcPct val="89000"/>
              </a:lnSpc>
              <a:spcBef>
                <a:spcPts val="0"/>
              </a:spcBef>
              <a:spcAft>
                <a:spcPts val="0"/>
              </a:spcAft>
              <a:buClr>
                <a:schemeClr val="dk2"/>
              </a:buClr>
              <a:buSzPts val="3300"/>
              <a:buFont typeface="Libre Franklin"/>
              <a:buNone/>
            </a:pPr>
            <a:endParaRPr/>
          </a:p>
          <a:p>
            <a:pPr marL="0" lvl="0" indent="0" algn="ctr" rtl="0">
              <a:lnSpc>
                <a:spcPct val="89000"/>
              </a:lnSpc>
              <a:spcBef>
                <a:spcPts val="0"/>
              </a:spcBef>
              <a:spcAft>
                <a:spcPts val="0"/>
              </a:spcAft>
              <a:buClr>
                <a:schemeClr val="dk2"/>
              </a:buClr>
              <a:buSzPts val="3000"/>
              <a:buFont typeface="Libre Franklin"/>
              <a:buNone/>
            </a:pPr>
            <a:r>
              <a:rPr lang="en-US" sz="3000"/>
              <a:t>Thank You</a:t>
            </a:r>
            <a:endParaRPr sz="3000" b="0">
              <a:highlight>
                <a:srgbClr val="FFFF00"/>
              </a:highlight>
            </a:endParaRPr>
          </a:p>
          <a:p>
            <a:pPr marL="0" lvl="0" indent="0" algn="l" rtl="0">
              <a:lnSpc>
                <a:spcPct val="89000"/>
              </a:lnSpc>
              <a:spcBef>
                <a:spcPts val="0"/>
              </a:spcBef>
              <a:spcAft>
                <a:spcPts val="0"/>
              </a:spcAft>
              <a:buClr>
                <a:schemeClr val="dk2"/>
              </a:buClr>
              <a:buSzPts val="3300"/>
              <a:buFont typeface="Libre Franklin"/>
              <a:buNone/>
            </a:pPr>
            <a:endParaRPr/>
          </a:p>
          <a:p>
            <a:pPr marL="0" lvl="0" indent="0" algn="l" rtl="0">
              <a:lnSpc>
                <a:spcPct val="89000"/>
              </a:lnSpc>
              <a:spcBef>
                <a:spcPts val="0"/>
              </a:spcBef>
              <a:spcAft>
                <a:spcPts val="0"/>
              </a:spcAft>
              <a:buClr>
                <a:schemeClr val="dk2"/>
              </a:buClr>
              <a:buSzPts val="3300"/>
              <a:buFont typeface="Libre Franklin"/>
              <a:buNone/>
            </a:pPr>
            <a:endParaRPr/>
          </a:p>
          <a:p>
            <a:pPr marL="0" lvl="0" indent="0" algn="l" rtl="0">
              <a:lnSpc>
                <a:spcPct val="89000"/>
              </a:lnSpc>
              <a:spcBef>
                <a:spcPts val="0"/>
              </a:spcBef>
              <a:spcAft>
                <a:spcPts val="0"/>
              </a:spcAft>
              <a:buClr>
                <a:schemeClr val="dk2"/>
              </a:buClr>
              <a:buSzPts val="3300"/>
              <a:buFont typeface="Libre Franklin"/>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1"/>
        <p:cNvGrpSpPr/>
        <p:nvPr/>
      </p:nvGrpSpPr>
      <p:grpSpPr>
        <a:xfrm>
          <a:off x="0" y="0"/>
          <a:ext cx="0" cy="0"/>
          <a:chOff x="0" y="0"/>
          <a:chExt cx="0" cy="0"/>
        </a:xfrm>
      </p:grpSpPr>
      <p:sp>
        <p:nvSpPr>
          <p:cNvPr id="212" name="Google Shape;212;p17"/>
          <p:cNvSpPr txBox="1">
            <a:spLocks noGrp="1"/>
          </p:cNvSpPr>
          <p:nvPr>
            <p:ph type="title"/>
          </p:nvPr>
        </p:nvSpPr>
        <p:spPr>
          <a:xfrm>
            <a:off x="726948" y="121158"/>
            <a:ext cx="7200900" cy="572081"/>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300"/>
              <a:buFont typeface="Libre Franklin"/>
              <a:buNone/>
            </a:pPr>
            <a:r>
              <a:rPr lang="en-US"/>
              <a:t>Teamwork</a:t>
            </a:r>
            <a:endParaRPr dirty="0"/>
          </a:p>
        </p:txBody>
      </p:sp>
      <p:graphicFrame>
        <p:nvGraphicFramePr>
          <p:cNvPr id="213" name="Google Shape;213;p17"/>
          <p:cNvGraphicFramePr/>
          <p:nvPr/>
        </p:nvGraphicFramePr>
        <p:xfrm>
          <a:off x="767587" y="693240"/>
          <a:ext cx="8102100" cy="4329050"/>
        </p:xfrm>
        <a:graphic>
          <a:graphicData uri="http://schemas.openxmlformats.org/drawingml/2006/table">
            <a:tbl>
              <a:tblPr firstRow="1" bandRow="1">
                <a:noFill/>
                <a:tableStyleId>{836B3322-F122-4F7F-AD47-A857A6750ECB}</a:tableStyleId>
              </a:tblPr>
              <a:tblGrid>
                <a:gridCol w="417100">
                  <a:extLst>
                    <a:ext uri="{9D8B030D-6E8A-4147-A177-3AD203B41FA5}">
                      <a16:colId xmlns:a16="http://schemas.microsoft.com/office/drawing/2014/main" val="20000"/>
                    </a:ext>
                  </a:extLst>
                </a:gridCol>
                <a:gridCol w="3740050">
                  <a:extLst>
                    <a:ext uri="{9D8B030D-6E8A-4147-A177-3AD203B41FA5}">
                      <a16:colId xmlns:a16="http://schemas.microsoft.com/office/drawing/2014/main" val="20001"/>
                    </a:ext>
                  </a:extLst>
                </a:gridCol>
                <a:gridCol w="1382125">
                  <a:extLst>
                    <a:ext uri="{9D8B030D-6E8A-4147-A177-3AD203B41FA5}">
                      <a16:colId xmlns:a16="http://schemas.microsoft.com/office/drawing/2014/main" val="20002"/>
                    </a:ext>
                  </a:extLst>
                </a:gridCol>
                <a:gridCol w="693075">
                  <a:extLst>
                    <a:ext uri="{9D8B030D-6E8A-4147-A177-3AD203B41FA5}">
                      <a16:colId xmlns:a16="http://schemas.microsoft.com/office/drawing/2014/main" val="20003"/>
                    </a:ext>
                  </a:extLst>
                </a:gridCol>
                <a:gridCol w="876400">
                  <a:extLst>
                    <a:ext uri="{9D8B030D-6E8A-4147-A177-3AD203B41FA5}">
                      <a16:colId xmlns:a16="http://schemas.microsoft.com/office/drawing/2014/main" val="20004"/>
                    </a:ext>
                  </a:extLst>
                </a:gridCol>
                <a:gridCol w="993350">
                  <a:extLst>
                    <a:ext uri="{9D8B030D-6E8A-4147-A177-3AD203B41FA5}">
                      <a16:colId xmlns:a16="http://schemas.microsoft.com/office/drawing/2014/main" val="20005"/>
                    </a:ext>
                  </a:extLst>
                </a:gridCol>
              </a:tblGrid>
              <a:tr h="173525">
                <a:tc>
                  <a:txBody>
                    <a:bodyPr/>
                    <a:lstStyle/>
                    <a:p>
                      <a:pPr marL="0" marR="0" lvl="0" indent="0" algn="ctr" rtl="0">
                        <a:spcBef>
                          <a:spcPts val="0"/>
                        </a:spcBef>
                        <a:spcAft>
                          <a:spcPts val="0"/>
                        </a:spcAft>
                        <a:buNone/>
                      </a:pPr>
                      <a:r>
                        <a:rPr lang="en-US" sz="700" u="none" strike="noStrike"/>
                        <a:t>Step</a:t>
                      </a:r>
                      <a:endParaRPr sz="700" b="1"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ctr" rtl="0">
                        <a:spcBef>
                          <a:spcPts val="0"/>
                        </a:spcBef>
                        <a:spcAft>
                          <a:spcPts val="0"/>
                        </a:spcAft>
                        <a:buNone/>
                      </a:pPr>
                      <a:r>
                        <a:rPr lang="en-US" sz="700" u="none" strike="noStrike"/>
                        <a:t>Task</a:t>
                      </a:r>
                      <a:endParaRPr sz="700" b="1"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ctr" rtl="0">
                        <a:spcBef>
                          <a:spcPts val="0"/>
                        </a:spcBef>
                        <a:spcAft>
                          <a:spcPts val="0"/>
                        </a:spcAft>
                        <a:buNone/>
                      </a:pPr>
                      <a:r>
                        <a:rPr lang="en-US" sz="700" u="none" strike="noStrike"/>
                        <a:t>Assignee</a:t>
                      </a:r>
                      <a:endParaRPr sz="700" b="1"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ctr" rtl="0">
                        <a:spcBef>
                          <a:spcPts val="0"/>
                        </a:spcBef>
                        <a:spcAft>
                          <a:spcPts val="0"/>
                        </a:spcAft>
                        <a:buNone/>
                      </a:pPr>
                      <a:r>
                        <a:rPr lang="en-US" sz="700" u="none" strike="noStrike"/>
                        <a:t>Status</a:t>
                      </a:r>
                      <a:endParaRPr sz="700" b="1"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ctr" rtl="0">
                        <a:spcBef>
                          <a:spcPts val="0"/>
                        </a:spcBef>
                        <a:spcAft>
                          <a:spcPts val="0"/>
                        </a:spcAft>
                        <a:buNone/>
                      </a:pPr>
                      <a:r>
                        <a:rPr lang="en-US" sz="700" u="none" strike="noStrike"/>
                        <a:t>Expected date</a:t>
                      </a:r>
                      <a:endParaRPr sz="700" b="1"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ctr" rtl="0">
                        <a:spcBef>
                          <a:spcPts val="0"/>
                        </a:spcBef>
                        <a:spcAft>
                          <a:spcPts val="0"/>
                        </a:spcAft>
                        <a:buNone/>
                      </a:pPr>
                      <a:r>
                        <a:rPr lang="en-US" sz="700" u="none" strike="noStrike"/>
                        <a:t>Completion date</a:t>
                      </a:r>
                      <a:endParaRPr sz="700" b="1"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00"/>
                  </a:ext>
                </a:extLst>
              </a:tr>
              <a:tr h="173525">
                <a:tc>
                  <a:txBody>
                    <a:bodyPr/>
                    <a:lstStyle/>
                    <a:p>
                      <a:pPr marL="0" marR="0" lvl="0" indent="0" algn="l" rtl="0">
                        <a:spcBef>
                          <a:spcPts val="0"/>
                        </a:spcBef>
                        <a:spcAft>
                          <a:spcPts val="0"/>
                        </a:spcAft>
                        <a:buNone/>
                      </a:pPr>
                      <a:r>
                        <a:rPr lang="en-US" sz="700" u="none" strike="noStrike"/>
                        <a:t>1.  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Project idea brainstorming</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Kumuda, Raghava, Shiv</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9/7/20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9/8/20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01"/>
                  </a:ext>
                </a:extLst>
              </a:tr>
              <a:tr h="173525">
                <a:tc>
                  <a:txBody>
                    <a:bodyPr/>
                    <a:lstStyle/>
                    <a:p>
                      <a:pPr marL="0" marR="0" lvl="0" indent="0" algn="l" rtl="0">
                        <a:spcBef>
                          <a:spcPts val="0"/>
                        </a:spcBef>
                        <a:spcAft>
                          <a:spcPts val="0"/>
                        </a:spcAft>
                        <a:buNone/>
                      </a:pPr>
                      <a:r>
                        <a:rPr lang="en-US" sz="700" u="none" strike="noStrike"/>
                        <a:t>2.  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Project idea finalization</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Kumuda, Raghava, Shiv</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9/10/20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9/10/20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02"/>
                  </a:ext>
                </a:extLst>
              </a:tr>
              <a:tr h="310525">
                <a:tc>
                  <a:txBody>
                    <a:bodyPr/>
                    <a:lstStyle/>
                    <a:p>
                      <a:pPr marL="0" marR="0" lvl="0" indent="0" algn="l" rtl="0">
                        <a:spcBef>
                          <a:spcPts val="0"/>
                        </a:spcBef>
                        <a:spcAft>
                          <a:spcPts val="0"/>
                        </a:spcAft>
                        <a:buNone/>
                      </a:pPr>
                      <a:r>
                        <a:rPr lang="en-US" sz="700" u="none" strike="noStrike"/>
                        <a:t>3.  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Literature</a:t>
                      </a:r>
                      <a:endParaRPr/>
                    </a:p>
                    <a:p>
                      <a:pPr marL="0" marR="0" lvl="0" indent="0" algn="l" rtl="0">
                        <a:spcBef>
                          <a:spcPts val="0"/>
                        </a:spcBef>
                        <a:spcAft>
                          <a:spcPts val="0"/>
                        </a:spcAft>
                        <a:buNone/>
                      </a:pPr>
                      <a:r>
                        <a:rPr lang="en-US" sz="700" u="none" strike="noStrike"/>
                        <a:t> survey</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Kumuda, Raghava, Shiv</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9/15/20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9/15/20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03"/>
                  </a:ext>
                </a:extLst>
              </a:tr>
              <a:tr h="173525">
                <a:tc>
                  <a:txBody>
                    <a:bodyPr/>
                    <a:lstStyle/>
                    <a:p>
                      <a:pPr marL="0" marR="0" lvl="0" indent="0" algn="l" rtl="0">
                        <a:spcBef>
                          <a:spcPts val="0"/>
                        </a:spcBef>
                        <a:spcAft>
                          <a:spcPts val="0"/>
                        </a:spcAft>
                        <a:buNone/>
                      </a:pPr>
                      <a:r>
                        <a:rPr lang="en-US" sz="700" u="none" strike="noStrike"/>
                        <a:t>4.  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Project proposal</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Kumuda, Raghava, Shiv</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9/23/20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9/25/20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04"/>
                  </a:ext>
                </a:extLst>
              </a:tr>
              <a:tr h="173525">
                <a:tc>
                  <a:txBody>
                    <a:bodyPr/>
                    <a:lstStyle/>
                    <a:p>
                      <a:pPr marL="0" marR="0" lvl="0" indent="0" algn="l" rtl="0">
                        <a:spcBef>
                          <a:spcPts val="0"/>
                        </a:spcBef>
                        <a:spcAft>
                          <a:spcPts val="0"/>
                        </a:spcAft>
                        <a:buNone/>
                      </a:pPr>
                      <a:r>
                        <a:rPr lang="en-US" sz="700" u="none" strike="noStrike"/>
                        <a:t>5.  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Project Setup</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Shiv, Raghava</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9/30/20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9/30/20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05"/>
                  </a:ext>
                </a:extLst>
              </a:tr>
              <a:tr h="173525">
                <a:tc>
                  <a:txBody>
                    <a:bodyPr/>
                    <a:lstStyle/>
                    <a:p>
                      <a:pPr marL="0" marR="0" lvl="0" indent="0" algn="l" rtl="0">
                        <a:spcBef>
                          <a:spcPts val="0"/>
                        </a:spcBef>
                        <a:spcAft>
                          <a:spcPts val="0"/>
                        </a:spcAft>
                        <a:buNone/>
                      </a:pPr>
                      <a:r>
                        <a:rPr lang="en-US" sz="700" u="none" strike="noStrike"/>
                        <a:t>6.  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Data research and procuring available data sets</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Raghava, Shiv</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5/10/20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10/7/20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06"/>
                  </a:ext>
                </a:extLst>
              </a:tr>
              <a:tr h="173525">
                <a:tc>
                  <a:txBody>
                    <a:bodyPr/>
                    <a:lstStyle/>
                    <a:p>
                      <a:pPr marL="0" marR="0" lvl="0" indent="0" algn="l" rtl="0">
                        <a:spcBef>
                          <a:spcPts val="0"/>
                        </a:spcBef>
                        <a:spcAft>
                          <a:spcPts val="0"/>
                        </a:spcAft>
                        <a:buNone/>
                      </a:pPr>
                      <a:r>
                        <a:rPr lang="en-US" sz="700" u="none" strike="noStrike"/>
                        <a:t>7.  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API invocation to generate, gather fire and weather data</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Shiv, Kumuda</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7/10/20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10/7/20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07"/>
                  </a:ext>
                </a:extLst>
              </a:tr>
              <a:tr h="173525">
                <a:tc>
                  <a:txBody>
                    <a:bodyPr/>
                    <a:lstStyle/>
                    <a:p>
                      <a:pPr marL="0" marR="0" lvl="0" indent="0" algn="l" rtl="0">
                        <a:spcBef>
                          <a:spcPts val="0"/>
                        </a:spcBef>
                        <a:spcAft>
                          <a:spcPts val="0"/>
                        </a:spcAft>
                        <a:buNone/>
                      </a:pPr>
                      <a:r>
                        <a:rPr lang="en-US" sz="700" u="none" strike="noStrike"/>
                        <a:t>8.  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Data analysis to review the procured data set and identify the useful attributes</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Shiv, Kumuda</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10/10/20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10/14/20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08"/>
                  </a:ext>
                </a:extLst>
              </a:tr>
              <a:tr h="173525">
                <a:tc>
                  <a:txBody>
                    <a:bodyPr/>
                    <a:lstStyle/>
                    <a:p>
                      <a:pPr marL="0" marR="0" lvl="0" indent="0" algn="l" rtl="0">
                        <a:spcBef>
                          <a:spcPts val="0"/>
                        </a:spcBef>
                        <a:spcAft>
                          <a:spcPts val="0"/>
                        </a:spcAft>
                        <a:buNone/>
                      </a:pPr>
                      <a:r>
                        <a:rPr lang="en-US" sz="700" u="none" strike="noStrike"/>
                        <a:t>9.  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Integrate the data set obtained from multiple sources and get the final data set</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Raghava, Shiv</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10/10/20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10/14/20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09"/>
                  </a:ext>
                </a:extLst>
              </a:tr>
              <a:tr h="173525">
                <a:tc>
                  <a:txBody>
                    <a:bodyPr/>
                    <a:lstStyle/>
                    <a:p>
                      <a:pPr marL="0" marR="0" lvl="0" indent="0" algn="l" rtl="0">
                        <a:spcBef>
                          <a:spcPts val="0"/>
                        </a:spcBef>
                        <a:spcAft>
                          <a:spcPts val="0"/>
                        </a:spcAft>
                        <a:buNone/>
                      </a:pPr>
                      <a:r>
                        <a:rPr lang="en-US" sz="700" u="none" strike="noStrike"/>
                        <a:t>10.  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Feature engineering to finalize the attribute set</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Raghava, Shiv</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10/14/20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10/21/20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10"/>
                  </a:ext>
                </a:extLst>
              </a:tr>
              <a:tr h="310525">
                <a:tc>
                  <a:txBody>
                    <a:bodyPr/>
                    <a:lstStyle/>
                    <a:p>
                      <a:pPr marL="0" marR="0" lvl="0" indent="0" algn="l" rtl="0">
                        <a:spcBef>
                          <a:spcPts val="0"/>
                        </a:spcBef>
                        <a:spcAft>
                          <a:spcPts val="0"/>
                        </a:spcAft>
                        <a:buNone/>
                      </a:pPr>
                      <a:r>
                        <a:rPr lang="en-US" sz="700" u="none" strike="noStrike"/>
                        <a:t>11.  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Data pre-processing to remove duplicates, handle null values and incorrect data format</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Kumuda, Raghava</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10/28/20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10/28/20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11"/>
                  </a:ext>
                </a:extLst>
              </a:tr>
              <a:tr h="173525">
                <a:tc>
                  <a:txBody>
                    <a:bodyPr/>
                    <a:lstStyle/>
                    <a:p>
                      <a:pPr marL="0" marR="0" lvl="0" indent="0" algn="l" rtl="0">
                        <a:spcBef>
                          <a:spcPts val="0"/>
                        </a:spcBef>
                        <a:spcAft>
                          <a:spcPts val="0"/>
                        </a:spcAft>
                        <a:buNone/>
                      </a:pPr>
                      <a:r>
                        <a:rPr lang="en-US" sz="700" u="none" strike="noStrike"/>
                        <a:t>12.  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Perform EDA to evaluate the data</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Kumuda, Raghava</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10/30/20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11/1/20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12"/>
                  </a:ext>
                </a:extLst>
              </a:tr>
              <a:tr h="173525">
                <a:tc>
                  <a:txBody>
                    <a:bodyPr/>
                    <a:lstStyle/>
                    <a:p>
                      <a:pPr marL="0" marR="0" lvl="0" indent="0" algn="l" rtl="0">
                        <a:spcBef>
                          <a:spcPts val="0"/>
                        </a:spcBef>
                        <a:spcAft>
                          <a:spcPts val="0"/>
                        </a:spcAft>
                        <a:buNone/>
                      </a:pPr>
                      <a:r>
                        <a:rPr lang="en-US" sz="700" u="none" strike="noStrike"/>
                        <a:t>13.  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Intermediate status report</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Kumuda, Raghava, Shiv</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11/4/20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11/4/20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13"/>
                  </a:ext>
                </a:extLst>
              </a:tr>
              <a:tr h="173525">
                <a:tc>
                  <a:txBody>
                    <a:bodyPr/>
                    <a:lstStyle/>
                    <a:p>
                      <a:pPr marL="0" marR="0" lvl="0" indent="0" algn="l" rtl="0">
                        <a:spcBef>
                          <a:spcPts val="0"/>
                        </a:spcBef>
                        <a:spcAft>
                          <a:spcPts val="0"/>
                        </a:spcAft>
                        <a:buNone/>
                      </a:pPr>
                      <a:r>
                        <a:rPr lang="en-US" sz="700" u="none" strike="noStrike"/>
                        <a:t>14.  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Model implementation and analysis – SVM</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Shiv</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11/15/20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11/24/20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14"/>
                  </a:ext>
                </a:extLst>
              </a:tr>
              <a:tr h="173525">
                <a:tc>
                  <a:txBody>
                    <a:bodyPr/>
                    <a:lstStyle/>
                    <a:p>
                      <a:pPr marL="0" marR="0" lvl="0" indent="0" algn="l" rtl="0">
                        <a:spcBef>
                          <a:spcPts val="0"/>
                        </a:spcBef>
                        <a:spcAft>
                          <a:spcPts val="0"/>
                        </a:spcAft>
                        <a:buNone/>
                      </a:pPr>
                      <a:r>
                        <a:rPr lang="en-US" sz="700" u="none" strike="noStrike"/>
                        <a:t>15.  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Model implementation and analysis – Decision tree</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Kumuda</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11/15/20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11/24/20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15"/>
                  </a:ext>
                </a:extLst>
              </a:tr>
              <a:tr h="173525">
                <a:tc>
                  <a:txBody>
                    <a:bodyPr/>
                    <a:lstStyle/>
                    <a:p>
                      <a:pPr marL="0" marR="0" lvl="0" indent="0" algn="l" rtl="0">
                        <a:spcBef>
                          <a:spcPts val="0"/>
                        </a:spcBef>
                        <a:spcAft>
                          <a:spcPts val="0"/>
                        </a:spcAft>
                        <a:buNone/>
                      </a:pPr>
                      <a:r>
                        <a:rPr lang="en-US" sz="700" u="none" strike="noStrike"/>
                        <a:t>16.  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Model implementation and analysis – Random forest</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Raghava</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11/15/20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11/24/20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16"/>
                  </a:ext>
                </a:extLst>
              </a:tr>
              <a:tr h="310525">
                <a:tc>
                  <a:txBody>
                    <a:bodyPr/>
                    <a:lstStyle/>
                    <a:p>
                      <a:pPr marL="0" marR="0" lvl="0" indent="0" algn="l" rtl="0">
                        <a:spcBef>
                          <a:spcPts val="0"/>
                        </a:spcBef>
                        <a:spcAft>
                          <a:spcPts val="0"/>
                        </a:spcAft>
                        <a:buNone/>
                      </a:pPr>
                      <a:r>
                        <a:rPr lang="en-US" sz="700" u="none" strike="noStrike"/>
                        <a:t>17.  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Model evaluation – Evaluate the models obtained from previous step and use the model with highest accuracy for prediction</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Kumuda, Raghava, Shiv</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11/20/20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11/25/20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17"/>
                  </a:ext>
                </a:extLst>
              </a:tr>
              <a:tr h="447550">
                <a:tc>
                  <a:txBody>
                    <a:bodyPr/>
                    <a:lstStyle/>
                    <a:p>
                      <a:pPr marL="0" marR="0" lvl="0" indent="0" algn="l" rtl="0">
                        <a:spcBef>
                          <a:spcPts val="0"/>
                        </a:spcBef>
                        <a:spcAft>
                          <a:spcPts val="0"/>
                        </a:spcAft>
                        <a:buNone/>
                      </a:pPr>
                      <a:r>
                        <a:rPr lang="en-US" sz="700" u="none" strike="noStrike"/>
                        <a:t>18.  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Data visualization – Provide a simple UI/form to accept test data and predict wildfire. The patterns received from the models implemented is visualized through graphical representation.</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Kumuda, Raghava, Shiv</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11/25/20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11/26/20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18"/>
                  </a:ext>
                </a:extLst>
              </a:tr>
              <a:tr h="173525">
                <a:tc>
                  <a:txBody>
                    <a:bodyPr/>
                    <a:lstStyle/>
                    <a:p>
                      <a:pPr marL="0" marR="0" lvl="0" indent="0" algn="l" rtl="0">
                        <a:spcBef>
                          <a:spcPts val="0"/>
                        </a:spcBef>
                        <a:spcAft>
                          <a:spcPts val="0"/>
                        </a:spcAft>
                        <a:buNone/>
                      </a:pPr>
                      <a:r>
                        <a:rPr lang="en-US" sz="700" u="none" strike="noStrike"/>
                        <a:t>19.  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Project report</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Kumuda, Shiv</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12/1/20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12/1/20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19"/>
                  </a:ext>
                </a:extLst>
              </a:tr>
              <a:tr h="173525">
                <a:tc>
                  <a:txBody>
                    <a:bodyPr/>
                    <a:lstStyle/>
                    <a:p>
                      <a:pPr marL="0" marR="0" lvl="0" indent="0" algn="l" rtl="0">
                        <a:spcBef>
                          <a:spcPts val="0"/>
                        </a:spcBef>
                        <a:spcAft>
                          <a:spcPts val="0"/>
                        </a:spcAft>
                        <a:buNone/>
                      </a:pPr>
                      <a:r>
                        <a:rPr lang="en-US" sz="700" u="none" strike="noStrike"/>
                        <a:t>20.  </a:t>
                      </a:r>
                      <a:endParaRPr sz="700" b="0" i="0" u="none" strike="noStrike">
                        <a:solidFill>
                          <a:srgbClr val="000000"/>
                        </a:solidFill>
                        <a:latin typeface="Times New Roman"/>
                        <a:ea typeface="Times New Roman"/>
                        <a:cs typeface="Times New Roman"/>
                        <a:sym typeface="Times New Roman"/>
                      </a:endParaRPr>
                    </a:p>
                  </a:txBody>
                  <a:tcPr marL="26700" marR="2975" marT="2975" marB="0" anchor="ctr"/>
                </a:tc>
                <a:tc>
                  <a:txBody>
                    <a:bodyPr/>
                    <a:lstStyle/>
                    <a:p>
                      <a:pPr marL="0" marR="0" lvl="0" indent="0" algn="l" rtl="0">
                        <a:spcBef>
                          <a:spcPts val="0"/>
                        </a:spcBef>
                        <a:spcAft>
                          <a:spcPts val="0"/>
                        </a:spcAft>
                        <a:buNone/>
                      </a:pPr>
                      <a:r>
                        <a:rPr lang="en-US" sz="700" u="none" strike="noStrike"/>
                        <a:t>Project demo and presentation</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Raghava, Shiv, Kumuda</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l" rtl="0">
                        <a:spcBef>
                          <a:spcPts val="0"/>
                        </a:spcBef>
                        <a:spcAft>
                          <a:spcPts val="0"/>
                        </a:spcAft>
                        <a:buNone/>
                      </a:pPr>
                      <a:r>
                        <a:rPr lang="en-US" sz="700" u="none" strike="noStrike"/>
                        <a:t>Completed</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12/1/20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tc>
                  <a:txBody>
                    <a:bodyPr/>
                    <a:lstStyle/>
                    <a:p>
                      <a:pPr marL="0" marR="0" lvl="0" indent="0" algn="r" rtl="0">
                        <a:spcBef>
                          <a:spcPts val="0"/>
                        </a:spcBef>
                        <a:spcAft>
                          <a:spcPts val="0"/>
                        </a:spcAft>
                        <a:buNone/>
                      </a:pPr>
                      <a:r>
                        <a:rPr lang="en-US" sz="700" u="none" strike="noStrike"/>
                        <a:t>12/1/20</a:t>
                      </a:r>
                      <a:endParaRPr sz="700" b="0" i="0" u="none" strike="noStrike">
                        <a:solidFill>
                          <a:srgbClr val="000000"/>
                        </a:solidFill>
                        <a:latin typeface="Times New Roman"/>
                        <a:ea typeface="Times New Roman"/>
                        <a:cs typeface="Times New Roman"/>
                        <a:sym typeface="Times New Roman"/>
                      </a:endParaRPr>
                    </a:p>
                  </a:txBody>
                  <a:tcPr marL="2975" marR="2975" marT="2975" marB="0" anchor="ctr"/>
                </a:tc>
                <a:extLst>
                  <a:ext uri="{0D108BD9-81ED-4DB2-BD59-A6C34878D82A}">
                    <a16:rowId xmlns:a16="http://schemas.microsoft.com/office/drawing/2014/main" val="10020"/>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7"/>
        <p:cNvGrpSpPr/>
        <p:nvPr/>
      </p:nvGrpSpPr>
      <p:grpSpPr>
        <a:xfrm>
          <a:off x="0" y="0"/>
          <a:ext cx="0" cy="0"/>
          <a:chOff x="0" y="0"/>
          <a:chExt cx="0" cy="0"/>
        </a:xfrm>
      </p:grpSpPr>
      <p:sp>
        <p:nvSpPr>
          <p:cNvPr id="218" name="Google Shape;218;p18"/>
          <p:cNvSpPr txBox="1">
            <a:spLocks noGrp="1"/>
          </p:cNvSpPr>
          <p:nvPr>
            <p:ph type="title"/>
          </p:nvPr>
        </p:nvSpPr>
        <p:spPr>
          <a:xfrm>
            <a:off x="818139" y="178308"/>
            <a:ext cx="7200900" cy="1114425"/>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300"/>
              <a:buFont typeface="Libre Franklin"/>
              <a:buNone/>
            </a:pPr>
            <a:r>
              <a:rPr lang="en-US"/>
              <a:t>Scrum meeting details</a:t>
            </a:r>
            <a:endParaRPr/>
          </a:p>
        </p:txBody>
      </p:sp>
      <p:pic>
        <p:nvPicPr>
          <p:cNvPr id="219" name="Google Shape;219;p18"/>
          <p:cNvPicPr preferRelativeResize="0"/>
          <p:nvPr/>
        </p:nvPicPr>
        <p:blipFill rotWithShape="1">
          <a:blip r:embed="rId3">
            <a:alphaModFix/>
          </a:blip>
          <a:srcRect/>
          <a:stretch/>
        </p:blipFill>
        <p:spPr>
          <a:xfrm>
            <a:off x="914400" y="772780"/>
            <a:ext cx="7411461" cy="4192412"/>
          </a:xfrm>
          <a:prstGeom prst="rect">
            <a:avLst/>
          </a:prstGeom>
          <a:noFill/>
          <a:ln>
            <a:noFill/>
          </a:ln>
        </p:spPr>
      </p:pic>
    </p:spTree>
  </p:cSld>
  <p:clrMapOvr>
    <a:masterClrMapping/>
  </p:clrMapOvr>
</p:sld>
</file>

<file path=ppt/theme/theme1.xml><?xml version="1.0" encoding="utf-8"?>
<a:theme xmlns:a="http://schemas.openxmlformats.org/drawingml/2006/main" name="Crop">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361</TotalTime>
  <Words>1372</Words>
  <Application>Microsoft Macintosh PowerPoint</Application>
  <PresentationFormat>On-screen Show (16:9)</PresentationFormat>
  <Paragraphs>256</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Lato</vt:lpstr>
      <vt:lpstr>Times New Roman</vt:lpstr>
      <vt:lpstr>Franklin Gothic Book</vt:lpstr>
      <vt:lpstr>Libre Franklin</vt:lpstr>
      <vt:lpstr>Arial</vt:lpstr>
      <vt:lpstr>Crop</vt:lpstr>
      <vt:lpstr>  FOREST FIRE PREDICTION</vt:lpstr>
      <vt:lpstr>Significance to the real world</vt:lpstr>
      <vt:lpstr>Big Data and Tools Used</vt:lpstr>
      <vt:lpstr>Code and Version Control</vt:lpstr>
      <vt:lpstr>KDD Architecture</vt:lpstr>
      <vt:lpstr>Data Collection</vt:lpstr>
      <vt:lpstr>Exploratory Data Analysis  </vt:lpstr>
      <vt:lpstr>Exploratory Data Analysis  </vt:lpstr>
      <vt:lpstr>Data Preparation</vt:lpstr>
      <vt:lpstr>Data Preparation Via EDA</vt:lpstr>
      <vt:lpstr>Performance Evaluation</vt:lpstr>
      <vt:lpstr>Demo</vt:lpstr>
      <vt:lpstr>Technical Difficulty</vt:lpstr>
      <vt:lpstr>Publication and Lesson Learnt</vt:lpstr>
      <vt:lpstr>Teamwork</vt:lpstr>
      <vt:lpstr>  Q &amp; A   </vt:lpstr>
      <vt:lpstr>  Thank You   </vt:lpstr>
      <vt:lpstr>Teamwork</vt:lpstr>
      <vt:lpstr>Scrum meeting details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FOREST FIRE PREDICTION</dc:title>
  <dc:creator>Raghava Urs (ragurs)</dc:creator>
  <cp:lastModifiedBy>Raghava Urs (ragurs)</cp:lastModifiedBy>
  <cp:revision>27</cp:revision>
  <dcterms:created xsi:type="dcterms:W3CDTF">2020-11-28T02:54:57Z</dcterms:created>
  <dcterms:modified xsi:type="dcterms:W3CDTF">2020-12-05T07:19:32Z</dcterms:modified>
</cp:coreProperties>
</file>